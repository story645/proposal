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7"/>
  </p:notesMasterIdLst>
  <p:sldIdLst>
    <p:sldId id="315" r:id="rId5"/>
    <p:sldId id="328" r:id="rId6"/>
    <p:sldId id="341" r:id="rId7"/>
    <p:sldId id="342" r:id="rId8"/>
    <p:sldId id="288" r:id="rId9"/>
    <p:sldId id="329" r:id="rId10"/>
    <p:sldId id="343" r:id="rId11"/>
    <p:sldId id="344" r:id="rId12"/>
    <p:sldId id="345" r:id="rId13"/>
    <p:sldId id="346" r:id="rId14"/>
    <p:sldId id="324" r:id="rId15"/>
    <p:sldId id="317" r:id="rId16"/>
    <p:sldId id="302" r:id="rId17"/>
    <p:sldId id="303" r:id="rId18"/>
    <p:sldId id="304" r:id="rId19"/>
    <p:sldId id="348" r:id="rId20"/>
    <p:sldId id="350" r:id="rId21"/>
    <p:sldId id="349" r:id="rId22"/>
    <p:sldId id="351" r:id="rId23"/>
    <p:sldId id="352" r:id="rId24"/>
    <p:sldId id="318" r:id="rId25"/>
    <p:sldId id="353" r:id="rId26"/>
    <p:sldId id="354" r:id="rId27"/>
    <p:sldId id="355" r:id="rId28"/>
    <p:sldId id="356" r:id="rId29"/>
    <p:sldId id="327" r:id="rId30"/>
    <p:sldId id="289" r:id="rId31"/>
    <p:sldId id="297" r:id="rId32"/>
    <p:sldId id="298" r:id="rId33"/>
    <p:sldId id="299" r:id="rId34"/>
    <p:sldId id="300" r:id="rId35"/>
    <p:sldId id="357"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BBDBF82-4A2E-4EAB-BABB-4763F3EAE6ED}">
          <p14:sldIdLst>
            <p14:sldId id="315"/>
            <p14:sldId id="328"/>
            <p14:sldId id="341"/>
            <p14:sldId id="342"/>
            <p14:sldId id="288"/>
            <p14:sldId id="329"/>
            <p14:sldId id="343"/>
            <p14:sldId id="344"/>
            <p14:sldId id="345"/>
            <p14:sldId id="346"/>
            <p14:sldId id="324"/>
            <p14:sldId id="317"/>
            <p14:sldId id="302"/>
            <p14:sldId id="303"/>
            <p14:sldId id="304"/>
            <p14:sldId id="348"/>
            <p14:sldId id="350"/>
            <p14:sldId id="349"/>
            <p14:sldId id="351"/>
            <p14:sldId id="352"/>
            <p14:sldId id="318"/>
            <p14:sldId id="353"/>
            <p14:sldId id="354"/>
            <p14:sldId id="355"/>
            <p14:sldId id="356"/>
            <p14:sldId id="327"/>
            <p14:sldId id="289"/>
            <p14:sldId id="297"/>
            <p14:sldId id="298"/>
            <p14:sldId id="299"/>
            <p14:sldId id="300"/>
            <p14:sldId id="357"/>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annah Aizenman" initials="HA" lastIdx="10" clrIdx="0">
    <p:extLst>
      <p:ext uri="{19B8F6BF-5375-455C-9EA6-DF929625EA0E}">
        <p15:presenceInfo xmlns:p15="http://schemas.microsoft.com/office/powerpoint/2012/main" userId="Hannah Aizenma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6D5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BF2AE3-706D-486A-B004-7E02CA7DDCD2}" v="300" dt="2021-06-08T10:03:18.6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9671" autoAdjust="0"/>
  </p:normalViewPr>
  <p:slideViewPr>
    <p:cSldViewPr snapToGrid="0">
      <p:cViewPr varScale="1">
        <p:scale>
          <a:sx n="53" d="100"/>
          <a:sy n="53" d="100"/>
        </p:scale>
        <p:origin x="1176"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commentAuthors" Target="commentAuthor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AAC971C-1A25-4BFB-9FCB-42A98A74511D}" type="doc">
      <dgm:prSet loTypeId="urn:microsoft.com/office/officeart/2005/8/layout/process1" loCatId="process" qsTypeId="urn:microsoft.com/office/officeart/2005/8/quickstyle/simple1" qsCatId="simple" csTypeId="urn:microsoft.com/office/officeart/2005/8/colors/accent1_2" csCatId="accent1" phldr="1"/>
      <dgm:spPr/>
    </dgm:pt>
    <dgm:pt modelId="{302AFE82-08D6-475A-B4DC-820A812A6BE3}">
      <dgm:prSet phldrT="[Text]" custT="1"/>
      <dgm:spPr>
        <a:solidFill>
          <a:schemeClr val="accent1">
            <a:lumMod val="75000"/>
          </a:schemeClr>
        </a:solidFill>
      </dgm:spPr>
      <dgm:t>
        <a:bodyPr/>
        <a:lstStyle/>
        <a:p>
          <a:r>
            <a:rPr lang="en-US" sz="3200" dirty="0"/>
            <a:t>data</a:t>
          </a:r>
        </a:p>
      </dgm:t>
    </dgm:pt>
    <dgm:pt modelId="{A911A876-5527-4EBC-B629-CBF8A24353C3}" type="parTrans" cxnId="{2EE925FD-2A35-4135-A471-C9E4B3907D19}">
      <dgm:prSet/>
      <dgm:spPr/>
      <dgm:t>
        <a:bodyPr/>
        <a:lstStyle/>
        <a:p>
          <a:endParaRPr lang="en-US"/>
        </a:p>
      </dgm:t>
    </dgm:pt>
    <dgm:pt modelId="{14C5DB5F-3CFD-447F-ADC9-CF8B1B9E7047}" type="sibTrans" cxnId="{2EE925FD-2A35-4135-A471-C9E4B3907D19}">
      <dgm:prSet/>
      <dgm:spPr>
        <a:solidFill>
          <a:srgbClr val="E6D5F3"/>
        </a:solidFill>
      </dgm:spPr>
      <dgm:t>
        <a:bodyPr/>
        <a:lstStyle/>
        <a:p>
          <a:endParaRPr lang="en-US" dirty="0"/>
        </a:p>
      </dgm:t>
    </dgm:pt>
    <dgm:pt modelId="{8365AE08-8594-40F3-956B-E021AAEF9087}">
      <dgm:prSet phldrT="[Text]" custT="1"/>
      <dgm:spPr>
        <a:solidFill>
          <a:schemeClr val="accent1">
            <a:lumMod val="75000"/>
          </a:schemeClr>
        </a:solidFill>
      </dgm:spPr>
      <dgm:t>
        <a:bodyPr/>
        <a:lstStyle/>
        <a:p>
          <a:r>
            <a:rPr lang="en-US" sz="3200" dirty="0"/>
            <a:t>visual</a:t>
          </a:r>
        </a:p>
        <a:p>
          <a:r>
            <a:rPr lang="en-US" sz="3200" dirty="0"/>
            <a:t>encodings</a:t>
          </a:r>
        </a:p>
      </dgm:t>
    </dgm:pt>
    <dgm:pt modelId="{02B8A1AA-C4AC-4C1C-8360-EEE49739CB1C}" type="parTrans" cxnId="{243FA7B7-57AC-442C-B667-354C90D77267}">
      <dgm:prSet/>
      <dgm:spPr/>
      <dgm:t>
        <a:bodyPr/>
        <a:lstStyle/>
        <a:p>
          <a:endParaRPr lang="en-US"/>
        </a:p>
      </dgm:t>
    </dgm:pt>
    <dgm:pt modelId="{A42E658F-490F-4353-A46D-311609AD3C09}" type="sibTrans" cxnId="{243FA7B7-57AC-442C-B667-354C90D77267}">
      <dgm:prSet custT="1"/>
      <dgm:spPr>
        <a:solidFill>
          <a:srgbClr val="E6D5F3"/>
        </a:solidFill>
      </dgm:spPr>
      <dgm:t>
        <a:bodyPr/>
        <a:lstStyle/>
        <a:p>
          <a:endParaRPr lang="en-US" sz="3200" dirty="0"/>
        </a:p>
      </dgm:t>
    </dgm:pt>
    <dgm:pt modelId="{BB77D3F0-9858-4979-87EB-420E9F454B41}">
      <dgm:prSet phldrT="[Text]" custT="1"/>
      <dgm:spPr>
        <a:solidFill>
          <a:schemeClr val="accent1">
            <a:lumMod val="75000"/>
          </a:schemeClr>
        </a:solidFill>
      </dgm:spPr>
      <dgm:t>
        <a:bodyPr/>
        <a:lstStyle/>
        <a:p>
          <a:r>
            <a:rPr lang="en-US" sz="3200" dirty="0"/>
            <a:t>graphic</a:t>
          </a:r>
        </a:p>
      </dgm:t>
    </dgm:pt>
    <dgm:pt modelId="{8396CBC7-929F-4467-9635-B9B31908B80B}" type="parTrans" cxnId="{CC73E615-7CAD-4EF0-A712-10D86BEE4F60}">
      <dgm:prSet/>
      <dgm:spPr/>
      <dgm:t>
        <a:bodyPr/>
        <a:lstStyle/>
        <a:p>
          <a:endParaRPr lang="en-US"/>
        </a:p>
      </dgm:t>
    </dgm:pt>
    <dgm:pt modelId="{D6C97DBD-282A-44E5-8DFF-52CD0A59D9D6}" type="sibTrans" cxnId="{CC73E615-7CAD-4EF0-A712-10D86BEE4F60}">
      <dgm:prSet/>
      <dgm:spPr/>
      <dgm:t>
        <a:bodyPr/>
        <a:lstStyle/>
        <a:p>
          <a:endParaRPr lang="en-US"/>
        </a:p>
      </dgm:t>
    </dgm:pt>
    <dgm:pt modelId="{14AA8ABC-10EE-4B49-AAE0-DB6791DE9087}" type="pres">
      <dgm:prSet presAssocID="{5AAC971C-1A25-4BFB-9FCB-42A98A74511D}" presName="Name0" presStyleCnt="0">
        <dgm:presLayoutVars>
          <dgm:dir/>
          <dgm:resizeHandles val="exact"/>
        </dgm:presLayoutVars>
      </dgm:prSet>
      <dgm:spPr/>
    </dgm:pt>
    <dgm:pt modelId="{C294CFFA-E549-47B0-8FD2-94FC8751C701}" type="pres">
      <dgm:prSet presAssocID="{302AFE82-08D6-475A-B4DC-820A812A6BE3}" presName="node" presStyleLbl="node1" presStyleIdx="0" presStyleCnt="3" custScaleX="33145" custScaleY="25007">
        <dgm:presLayoutVars>
          <dgm:bulletEnabled val="1"/>
        </dgm:presLayoutVars>
      </dgm:prSet>
      <dgm:spPr/>
    </dgm:pt>
    <dgm:pt modelId="{8CFAA49F-A07B-4B0C-9CA8-672084BBEEDF}" type="pres">
      <dgm:prSet presAssocID="{14C5DB5F-3CFD-447F-ADC9-CF8B1B9E7047}" presName="sibTrans" presStyleLbl="sibTrans2D1" presStyleIdx="0" presStyleCnt="2" custScaleX="172749"/>
      <dgm:spPr/>
    </dgm:pt>
    <dgm:pt modelId="{E3688F8C-EC6A-4D90-9E2B-4CD426EB7C55}" type="pres">
      <dgm:prSet presAssocID="{14C5DB5F-3CFD-447F-ADC9-CF8B1B9E7047}" presName="connectorText" presStyleLbl="sibTrans2D1" presStyleIdx="0" presStyleCnt="2"/>
      <dgm:spPr/>
    </dgm:pt>
    <dgm:pt modelId="{5A43F8F3-E093-481F-A76F-6203D71E1A8B}" type="pres">
      <dgm:prSet presAssocID="{8365AE08-8594-40F3-956B-E021AAEF9087}" presName="node" presStyleLbl="node1" presStyleIdx="1" presStyleCnt="3" custScaleX="43982" custScaleY="43652">
        <dgm:presLayoutVars>
          <dgm:bulletEnabled val="1"/>
        </dgm:presLayoutVars>
      </dgm:prSet>
      <dgm:spPr/>
    </dgm:pt>
    <dgm:pt modelId="{FFE92FEF-BA66-4C38-A9A2-03C20915F77E}" type="pres">
      <dgm:prSet presAssocID="{A42E658F-490F-4353-A46D-311609AD3C09}" presName="sibTrans" presStyleLbl="sibTrans2D1" presStyleIdx="1" presStyleCnt="2" custScaleX="178557"/>
      <dgm:spPr/>
    </dgm:pt>
    <dgm:pt modelId="{69E91630-959B-4EFB-A67E-71C79932BBE9}" type="pres">
      <dgm:prSet presAssocID="{A42E658F-490F-4353-A46D-311609AD3C09}" presName="connectorText" presStyleLbl="sibTrans2D1" presStyleIdx="1" presStyleCnt="2"/>
      <dgm:spPr/>
    </dgm:pt>
    <dgm:pt modelId="{FFDAAB04-1AB4-400F-B26F-668649ED7C59}" type="pres">
      <dgm:prSet presAssocID="{BB77D3F0-9858-4979-87EB-420E9F454B41}" presName="node" presStyleLbl="node1" presStyleIdx="2" presStyleCnt="3" custScaleX="41121" custScaleY="22894">
        <dgm:presLayoutVars>
          <dgm:bulletEnabled val="1"/>
        </dgm:presLayoutVars>
      </dgm:prSet>
      <dgm:spPr/>
    </dgm:pt>
  </dgm:ptLst>
  <dgm:cxnLst>
    <dgm:cxn modelId="{3481370A-6F97-4DF3-AAC4-2F6511C99785}" type="presOf" srcId="{302AFE82-08D6-475A-B4DC-820A812A6BE3}" destId="{C294CFFA-E549-47B0-8FD2-94FC8751C701}" srcOrd="0" destOrd="0" presId="urn:microsoft.com/office/officeart/2005/8/layout/process1"/>
    <dgm:cxn modelId="{CC73E615-7CAD-4EF0-A712-10D86BEE4F60}" srcId="{5AAC971C-1A25-4BFB-9FCB-42A98A74511D}" destId="{BB77D3F0-9858-4979-87EB-420E9F454B41}" srcOrd="2" destOrd="0" parTransId="{8396CBC7-929F-4467-9635-B9B31908B80B}" sibTransId="{D6C97DBD-282A-44E5-8DFF-52CD0A59D9D6}"/>
    <dgm:cxn modelId="{1263762C-7715-4D1C-8C2B-8459F19B1A07}" type="presOf" srcId="{8365AE08-8594-40F3-956B-E021AAEF9087}" destId="{5A43F8F3-E093-481F-A76F-6203D71E1A8B}" srcOrd="0" destOrd="0" presId="urn:microsoft.com/office/officeart/2005/8/layout/process1"/>
    <dgm:cxn modelId="{7BFF99B6-EC53-4868-A32B-E9B3FD483629}" type="presOf" srcId="{14C5DB5F-3CFD-447F-ADC9-CF8B1B9E7047}" destId="{8CFAA49F-A07B-4B0C-9CA8-672084BBEEDF}" srcOrd="0" destOrd="0" presId="urn:microsoft.com/office/officeart/2005/8/layout/process1"/>
    <dgm:cxn modelId="{243FA7B7-57AC-442C-B667-354C90D77267}" srcId="{5AAC971C-1A25-4BFB-9FCB-42A98A74511D}" destId="{8365AE08-8594-40F3-956B-E021AAEF9087}" srcOrd="1" destOrd="0" parTransId="{02B8A1AA-C4AC-4C1C-8360-EEE49739CB1C}" sibTransId="{A42E658F-490F-4353-A46D-311609AD3C09}"/>
    <dgm:cxn modelId="{5F1560C7-FF74-4FFD-B2EA-EDC1E62EC3DB}" type="presOf" srcId="{A42E658F-490F-4353-A46D-311609AD3C09}" destId="{69E91630-959B-4EFB-A67E-71C79932BBE9}" srcOrd="1" destOrd="0" presId="urn:microsoft.com/office/officeart/2005/8/layout/process1"/>
    <dgm:cxn modelId="{65E5B7CD-BE39-4CB3-84BC-9F28E13788CF}" type="presOf" srcId="{A42E658F-490F-4353-A46D-311609AD3C09}" destId="{FFE92FEF-BA66-4C38-A9A2-03C20915F77E}" srcOrd="0" destOrd="0" presId="urn:microsoft.com/office/officeart/2005/8/layout/process1"/>
    <dgm:cxn modelId="{D29FC6DC-C71B-4AC3-97E1-AA1CD2501E26}" type="presOf" srcId="{14C5DB5F-3CFD-447F-ADC9-CF8B1B9E7047}" destId="{E3688F8C-EC6A-4D90-9E2B-4CD426EB7C55}" srcOrd="1" destOrd="0" presId="urn:microsoft.com/office/officeart/2005/8/layout/process1"/>
    <dgm:cxn modelId="{7B8A6DE1-4E1C-4867-B1F7-A579C08D229A}" type="presOf" srcId="{5AAC971C-1A25-4BFB-9FCB-42A98A74511D}" destId="{14AA8ABC-10EE-4B49-AAE0-DB6791DE9087}" srcOrd="0" destOrd="0" presId="urn:microsoft.com/office/officeart/2005/8/layout/process1"/>
    <dgm:cxn modelId="{DC432FF9-69F1-409F-97CC-5D8BA3D4121F}" type="presOf" srcId="{BB77D3F0-9858-4979-87EB-420E9F454B41}" destId="{FFDAAB04-1AB4-400F-B26F-668649ED7C59}" srcOrd="0" destOrd="0" presId="urn:microsoft.com/office/officeart/2005/8/layout/process1"/>
    <dgm:cxn modelId="{2EE925FD-2A35-4135-A471-C9E4B3907D19}" srcId="{5AAC971C-1A25-4BFB-9FCB-42A98A74511D}" destId="{302AFE82-08D6-475A-B4DC-820A812A6BE3}" srcOrd="0" destOrd="0" parTransId="{A911A876-5527-4EBC-B629-CBF8A24353C3}" sibTransId="{14C5DB5F-3CFD-447F-ADC9-CF8B1B9E7047}"/>
    <dgm:cxn modelId="{C0C847F9-716E-43F2-AED2-69EB0A545BF8}" type="presParOf" srcId="{14AA8ABC-10EE-4B49-AAE0-DB6791DE9087}" destId="{C294CFFA-E549-47B0-8FD2-94FC8751C701}" srcOrd="0" destOrd="0" presId="urn:microsoft.com/office/officeart/2005/8/layout/process1"/>
    <dgm:cxn modelId="{075CEF52-CFF5-4018-BEAC-4A06270F1DD8}" type="presParOf" srcId="{14AA8ABC-10EE-4B49-AAE0-DB6791DE9087}" destId="{8CFAA49F-A07B-4B0C-9CA8-672084BBEEDF}" srcOrd="1" destOrd="0" presId="urn:microsoft.com/office/officeart/2005/8/layout/process1"/>
    <dgm:cxn modelId="{6DB033C3-09F0-442F-8C64-7C18201292E7}" type="presParOf" srcId="{8CFAA49F-A07B-4B0C-9CA8-672084BBEEDF}" destId="{E3688F8C-EC6A-4D90-9E2B-4CD426EB7C55}" srcOrd="0" destOrd="0" presId="urn:microsoft.com/office/officeart/2005/8/layout/process1"/>
    <dgm:cxn modelId="{E821EF25-8233-440D-A3D0-77D0344278AD}" type="presParOf" srcId="{14AA8ABC-10EE-4B49-AAE0-DB6791DE9087}" destId="{5A43F8F3-E093-481F-A76F-6203D71E1A8B}" srcOrd="2" destOrd="0" presId="urn:microsoft.com/office/officeart/2005/8/layout/process1"/>
    <dgm:cxn modelId="{0A52137D-A6BB-4EED-B754-531C03C25AF2}" type="presParOf" srcId="{14AA8ABC-10EE-4B49-AAE0-DB6791DE9087}" destId="{FFE92FEF-BA66-4C38-A9A2-03C20915F77E}" srcOrd="3" destOrd="0" presId="urn:microsoft.com/office/officeart/2005/8/layout/process1"/>
    <dgm:cxn modelId="{CAD47085-2A59-468E-8553-FE3F97183F76}" type="presParOf" srcId="{FFE92FEF-BA66-4C38-A9A2-03C20915F77E}" destId="{69E91630-959B-4EFB-A67E-71C79932BBE9}" srcOrd="0" destOrd="0" presId="urn:microsoft.com/office/officeart/2005/8/layout/process1"/>
    <dgm:cxn modelId="{8CCB838F-A9E6-4B2E-B418-47A1AF50E559}" type="presParOf" srcId="{14AA8ABC-10EE-4B49-AAE0-DB6791DE9087}" destId="{FFDAAB04-1AB4-400F-B26F-668649ED7C59}"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AAC971C-1A25-4BFB-9FCB-42A98A74511D}" type="doc">
      <dgm:prSet loTypeId="urn:microsoft.com/office/officeart/2005/8/layout/process1" loCatId="process" qsTypeId="urn:microsoft.com/office/officeart/2005/8/quickstyle/simple1" qsCatId="simple" csTypeId="urn:microsoft.com/office/officeart/2005/8/colors/accent1_2" csCatId="accent1" phldr="1"/>
      <dgm:spPr/>
    </dgm:pt>
    <dgm:pt modelId="{302AFE82-08D6-475A-B4DC-820A812A6BE3}">
      <dgm:prSet phldrT="[Text]"/>
      <dgm:spPr>
        <a:solidFill>
          <a:schemeClr val="accent1">
            <a:lumMod val="20000"/>
            <a:lumOff val="80000"/>
          </a:schemeClr>
        </a:solidFill>
      </dgm:spPr>
      <dgm:t>
        <a:bodyPr/>
        <a:lstStyle/>
        <a:p>
          <a:endParaRPr lang="en-US" dirty="0"/>
        </a:p>
      </dgm:t>
    </dgm:pt>
    <dgm:pt modelId="{A911A876-5527-4EBC-B629-CBF8A24353C3}" type="parTrans" cxnId="{2EE925FD-2A35-4135-A471-C9E4B3907D19}">
      <dgm:prSet/>
      <dgm:spPr/>
      <dgm:t>
        <a:bodyPr/>
        <a:lstStyle/>
        <a:p>
          <a:endParaRPr lang="en-US"/>
        </a:p>
      </dgm:t>
    </dgm:pt>
    <dgm:pt modelId="{14C5DB5F-3CFD-447F-ADC9-CF8B1B9E7047}" type="sibTrans" cxnId="{2EE925FD-2A35-4135-A471-C9E4B3907D19}">
      <dgm:prSet/>
      <dgm:spPr>
        <a:solidFill>
          <a:schemeClr val="accent3">
            <a:lumMod val="20000"/>
            <a:lumOff val="80000"/>
          </a:schemeClr>
        </a:solidFill>
      </dgm:spPr>
      <dgm:t>
        <a:bodyPr/>
        <a:lstStyle/>
        <a:p>
          <a:endParaRPr lang="en-US" dirty="0"/>
        </a:p>
      </dgm:t>
    </dgm:pt>
    <dgm:pt modelId="{8365AE08-8594-40F3-956B-E021AAEF9087}">
      <dgm:prSet phldrT="[Text]"/>
      <dgm:spPr>
        <a:solidFill>
          <a:schemeClr val="accent1">
            <a:lumMod val="20000"/>
            <a:lumOff val="80000"/>
          </a:schemeClr>
        </a:solidFill>
      </dgm:spPr>
      <dgm:t>
        <a:bodyPr/>
        <a:lstStyle/>
        <a:p>
          <a:endParaRPr lang="en-US" dirty="0"/>
        </a:p>
      </dgm:t>
    </dgm:pt>
    <dgm:pt modelId="{02B8A1AA-C4AC-4C1C-8360-EEE49739CB1C}" type="parTrans" cxnId="{243FA7B7-57AC-442C-B667-354C90D77267}">
      <dgm:prSet/>
      <dgm:spPr/>
      <dgm:t>
        <a:bodyPr/>
        <a:lstStyle/>
        <a:p>
          <a:endParaRPr lang="en-US"/>
        </a:p>
      </dgm:t>
    </dgm:pt>
    <dgm:pt modelId="{A42E658F-490F-4353-A46D-311609AD3C09}" type="sibTrans" cxnId="{243FA7B7-57AC-442C-B667-354C90D77267}">
      <dgm:prSet custT="1"/>
      <dgm:spPr>
        <a:solidFill>
          <a:srgbClr val="7030A0"/>
        </a:solidFill>
      </dgm:spPr>
      <dgm:t>
        <a:bodyPr/>
        <a:lstStyle/>
        <a:p>
          <a:r>
            <a:rPr lang="en-US" sz="3200" dirty="0"/>
            <a:t>Assemble</a:t>
          </a:r>
        </a:p>
      </dgm:t>
    </dgm:pt>
    <dgm:pt modelId="{BB77D3F0-9858-4979-87EB-420E9F454B41}">
      <dgm:prSet phldrT="[Text]"/>
      <dgm:spPr>
        <a:solidFill>
          <a:schemeClr val="accent1">
            <a:lumMod val="20000"/>
            <a:lumOff val="80000"/>
          </a:schemeClr>
        </a:solidFill>
      </dgm:spPr>
      <dgm:t>
        <a:bodyPr/>
        <a:lstStyle/>
        <a:p>
          <a:endParaRPr lang="en-US" dirty="0"/>
        </a:p>
      </dgm:t>
    </dgm:pt>
    <dgm:pt modelId="{8396CBC7-929F-4467-9635-B9B31908B80B}" type="parTrans" cxnId="{CC73E615-7CAD-4EF0-A712-10D86BEE4F60}">
      <dgm:prSet/>
      <dgm:spPr/>
      <dgm:t>
        <a:bodyPr/>
        <a:lstStyle/>
        <a:p>
          <a:endParaRPr lang="en-US"/>
        </a:p>
      </dgm:t>
    </dgm:pt>
    <dgm:pt modelId="{D6C97DBD-282A-44E5-8DFF-52CD0A59D9D6}" type="sibTrans" cxnId="{CC73E615-7CAD-4EF0-A712-10D86BEE4F60}">
      <dgm:prSet/>
      <dgm:spPr/>
      <dgm:t>
        <a:bodyPr/>
        <a:lstStyle/>
        <a:p>
          <a:endParaRPr lang="en-US"/>
        </a:p>
      </dgm:t>
    </dgm:pt>
    <dgm:pt modelId="{14AA8ABC-10EE-4B49-AAE0-DB6791DE9087}" type="pres">
      <dgm:prSet presAssocID="{5AAC971C-1A25-4BFB-9FCB-42A98A74511D}" presName="Name0" presStyleCnt="0">
        <dgm:presLayoutVars>
          <dgm:dir/>
          <dgm:resizeHandles val="exact"/>
        </dgm:presLayoutVars>
      </dgm:prSet>
      <dgm:spPr/>
    </dgm:pt>
    <dgm:pt modelId="{C294CFFA-E549-47B0-8FD2-94FC8751C701}" type="pres">
      <dgm:prSet presAssocID="{302AFE82-08D6-475A-B4DC-820A812A6BE3}" presName="node" presStyleLbl="node1" presStyleIdx="0" presStyleCnt="3" custScaleX="33145" custScaleY="25007">
        <dgm:presLayoutVars>
          <dgm:bulletEnabled val="1"/>
        </dgm:presLayoutVars>
      </dgm:prSet>
      <dgm:spPr/>
    </dgm:pt>
    <dgm:pt modelId="{8CFAA49F-A07B-4B0C-9CA8-672084BBEEDF}" type="pres">
      <dgm:prSet presAssocID="{14C5DB5F-3CFD-447F-ADC9-CF8B1B9E7047}" presName="sibTrans" presStyleLbl="sibTrans2D1" presStyleIdx="0" presStyleCnt="2" custScaleX="172749"/>
      <dgm:spPr/>
    </dgm:pt>
    <dgm:pt modelId="{E3688F8C-EC6A-4D90-9E2B-4CD426EB7C55}" type="pres">
      <dgm:prSet presAssocID="{14C5DB5F-3CFD-447F-ADC9-CF8B1B9E7047}" presName="connectorText" presStyleLbl="sibTrans2D1" presStyleIdx="0" presStyleCnt="2"/>
      <dgm:spPr/>
    </dgm:pt>
    <dgm:pt modelId="{5A43F8F3-E093-481F-A76F-6203D71E1A8B}" type="pres">
      <dgm:prSet presAssocID="{8365AE08-8594-40F3-956B-E021AAEF9087}" presName="node" presStyleLbl="node1" presStyleIdx="1" presStyleCnt="3" custScaleX="43982" custScaleY="26020">
        <dgm:presLayoutVars>
          <dgm:bulletEnabled val="1"/>
        </dgm:presLayoutVars>
      </dgm:prSet>
      <dgm:spPr/>
    </dgm:pt>
    <dgm:pt modelId="{FFE92FEF-BA66-4C38-A9A2-03C20915F77E}" type="pres">
      <dgm:prSet presAssocID="{A42E658F-490F-4353-A46D-311609AD3C09}" presName="sibTrans" presStyleLbl="sibTrans2D1" presStyleIdx="1" presStyleCnt="2" custScaleX="178557"/>
      <dgm:spPr/>
    </dgm:pt>
    <dgm:pt modelId="{69E91630-959B-4EFB-A67E-71C79932BBE9}" type="pres">
      <dgm:prSet presAssocID="{A42E658F-490F-4353-A46D-311609AD3C09}" presName="connectorText" presStyleLbl="sibTrans2D1" presStyleIdx="1" presStyleCnt="2"/>
      <dgm:spPr/>
    </dgm:pt>
    <dgm:pt modelId="{FFDAAB04-1AB4-400F-B26F-668649ED7C59}" type="pres">
      <dgm:prSet presAssocID="{BB77D3F0-9858-4979-87EB-420E9F454B41}" presName="node" presStyleLbl="node1" presStyleIdx="2" presStyleCnt="3" custScaleX="19632" custScaleY="22894">
        <dgm:presLayoutVars>
          <dgm:bulletEnabled val="1"/>
        </dgm:presLayoutVars>
      </dgm:prSet>
      <dgm:spPr/>
    </dgm:pt>
  </dgm:ptLst>
  <dgm:cxnLst>
    <dgm:cxn modelId="{3481370A-6F97-4DF3-AAC4-2F6511C99785}" type="presOf" srcId="{302AFE82-08D6-475A-B4DC-820A812A6BE3}" destId="{C294CFFA-E549-47B0-8FD2-94FC8751C701}" srcOrd="0" destOrd="0" presId="urn:microsoft.com/office/officeart/2005/8/layout/process1"/>
    <dgm:cxn modelId="{CC73E615-7CAD-4EF0-A712-10D86BEE4F60}" srcId="{5AAC971C-1A25-4BFB-9FCB-42A98A74511D}" destId="{BB77D3F0-9858-4979-87EB-420E9F454B41}" srcOrd="2" destOrd="0" parTransId="{8396CBC7-929F-4467-9635-B9B31908B80B}" sibTransId="{D6C97DBD-282A-44E5-8DFF-52CD0A59D9D6}"/>
    <dgm:cxn modelId="{1263762C-7715-4D1C-8C2B-8459F19B1A07}" type="presOf" srcId="{8365AE08-8594-40F3-956B-E021AAEF9087}" destId="{5A43F8F3-E093-481F-A76F-6203D71E1A8B}" srcOrd="0" destOrd="0" presId="urn:microsoft.com/office/officeart/2005/8/layout/process1"/>
    <dgm:cxn modelId="{7BFF99B6-EC53-4868-A32B-E9B3FD483629}" type="presOf" srcId="{14C5DB5F-3CFD-447F-ADC9-CF8B1B9E7047}" destId="{8CFAA49F-A07B-4B0C-9CA8-672084BBEEDF}" srcOrd="0" destOrd="0" presId="urn:microsoft.com/office/officeart/2005/8/layout/process1"/>
    <dgm:cxn modelId="{243FA7B7-57AC-442C-B667-354C90D77267}" srcId="{5AAC971C-1A25-4BFB-9FCB-42A98A74511D}" destId="{8365AE08-8594-40F3-956B-E021AAEF9087}" srcOrd="1" destOrd="0" parTransId="{02B8A1AA-C4AC-4C1C-8360-EEE49739CB1C}" sibTransId="{A42E658F-490F-4353-A46D-311609AD3C09}"/>
    <dgm:cxn modelId="{5F1560C7-FF74-4FFD-B2EA-EDC1E62EC3DB}" type="presOf" srcId="{A42E658F-490F-4353-A46D-311609AD3C09}" destId="{69E91630-959B-4EFB-A67E-71C79932BBE9}" srcOrd="1" destOrd="0" presId="urn:microsoft.com/office/officeart/2005/8/layout/process1"/>
    <dgm:cxn modelId="{65E5B7CD-BE39-4CB3-84BC-9F28E13788CF}" type="presOf" srcId="{A42E658F-490F-4353-A46D-311609AD3C09}" destId="{FFE92FEF-BA66-4C38-A9A2-03C20915F77E}" srcOrd="0" destOrd="0" presId="urn:microsoft.com/office/officeart/2005/8/layout/process1"/>
    <dgm:cxn modelId="{D29FC6DC-C71B-4AC3-97E1-AA1CD2501E26}" type="presOf" srcId="{14C5DB5F-3CFD-447F-ADC9-CF8B1B9E7047}" destId="{E3688F8C-EC6A-4D90-9E2B-4CD426EB7C55}" srcOrd="1" destOrd="0" presId="urn:microsoft.com/office/officeart/2005/8/layout/process1"/>
    <dgm:cxn modelId="{7B8A6DE1-4E1C-4867-B1F7-A579C08D229A}" type="presOf" srcId="{5AAC971C-1A25-4BFB-9FCB-42A98A74511D}" destId="{14AA8ABC-10EE-4B49-AAE0-DB6791DE9087}" srcOrd="0" destOrd="0" presId="urn:microsoft.com/office/officeart/2005/8/layout/process1"/>
    <dgm:cxn modelId="{DC432FF9-69F1-409F-97CC-5D8BA3D4121F}" type="presOf" srcId="{BB77D3F0-9858-4979-87EB-420E9F454B41}" destId="{FFDAAB04-1AB4-400F-B26F-668649ED7C59}" srcOrd="0" destOrd="0" presId="urn:microsoft.com/office/officeart/2005/8/layout/process1"/>
    <dgm:cxn modelId="{2EE925FD-2A35-4135-A471-C9E4B3907D19}" srcId="{5AAC971C-1A25-4BFB-9FCB-42A98A74511D}" destId="{302AFE82-08D6-475A-B4DC-820A812A6BE3}" srcOrd="0" destOrd="0" parTransId="{A911A876-5527-4EBC-B629-CBF8A24353C3}" sibTransId="{14C5DB5F-3CFD-447F-ADC9-CF8B1B9E7047}"/>
    <dgm:cxn modelId="{C0C847F9-716E-43F2-AED2-69EB0A545BF8}" type="presParOf" srcId="{14AA8ABC-10EE-4B49-AAE0-DB6791DE9087}" destId="{C294CFFA-E549-47B0-8FD2-94FC8751C701}" srcOrd="0" destOrd="0" presId="urn:microsoft.com/office/officeart/2005/8/layout/process1"/>
    <dgm:cxn modelId="{075CEF52-CFF5-4018-BEAC-4A06270F1DD8}" type="presParOf" srcId="{14AA8ABC-10EE-4B49-AAE0-DB6791DE9087}" destId="{8CFAA49F-A07B-4B0C-9CA8-672084BBEEDF}" srcOrd="1" destOrd="0" presId="urn:microsoft.com/office/officeart/2005/8/layout/process1"/>
    <dgm:cxn modelId="{6DB033C3-09F0-442F-8C64-7C18201292E7}" type="presParOf" srcId="{8CFAA49F-A07B-4B0C-9CA8-672084BBEEDF}" destId="{E3688F8C-EC6A-4D90-9E2B-4CD426EB7C55}" srcOrd="0" destOrd="0" presId="urn:microsoft.com/office/officeart/2005/8/layout/process1"/>
    <dgm:cxn modelId="{E821EF25-8233-440D-A3D0-77D0344278AD}" type="presParOf" srcId="{14AA8ABC-10EE-4B49-AAE0-DB6791DE9087}" destId="{5A43F8F3-E093-481F-A76F-6203D71E1A8B}" srcOrd="2" destOrd="0" presId="urn:microsoft.com/office/officeart/2005/8/layout/process1"/>
    <dgm:cxn modelId="{0A52137D-A6BB-4EED-B754-531C03C25AF2}" type="presParOf" srcId="{14AA8ABC-10EE-4B49-AAE0-DB6791DE9087}" destId="{FFE92FEF-BA66-4C38-A9A2-03C20915F77E}" srcOrd="3" destOrd="0" presId="urn:microsoft.com/office/officeart/2005/8/layout/process1"/>
    <dgm:cxn modelId="{CAD47085-2A59-468E-8553-FE3F97183F76}" type="presParOf" srcId="{FFE92FEF-BA66-4C38-A9A2-03C20915F77E}" destId="{69E91630-959B-4EFB-A67E-71C79932BBE9}" srcOrd="0" destOrd="0" presId="urn:microsoft.com/office/officeart/2005/8/layout/process1"/>
    <dgm:cxn modelId="{8CCB838F-A9E6-4B2E-B418-47A1AF50E559}" type="presParOf" srcId="{14AA8ABC-10EE-4B49-AAE0-DB6791DE9087}" destId="{FFDAAB04-1AB4-400F-B26F-668649ED7C59}"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AAC971C-1A25-4BFB-9FCB-42A98A74511D}" type="doc">
      <dgm:prSet loTypeId="urn:microsoft.com/office/officeart/2005/8/layout/process1" loCatId="process" qsTypeId="urn:microsoft.com/office/officeart/2005/8/quickstyle/simple1" qsCatId="simple" csTypeId="urn:microsoft.com/office/officeart/2005/8/colors/accent1_2" csCatId="accent1" phldr="1"/>
      <dgm:spPr/>
    </dgm:pt>
    <dgm:pt modelId="{302AFE82-08D6-475A-B4DC-820A812A6BE3}">
      <dgm:prSet phldrT="[Text]"/>
      <dgm:spPr>
        <a:solidFill>
          <a:schemeClr val="accent1">
            <a:lumMod val="20000"/>
            <a:lumOff val="80000"/>
          </a:schemeClr>
        </a:solidFill>
      </dgm:spPr>
      <dgm:t>
        <a:bodyPr/>
        <a:lstStyle/>
        <a:p>
          <a:endParaRPr lang="en-US" dirty="0"/>
        </a:p>
      </dgm:t>
    </dgm:pt>
    <dgm:pt modelId="{A911A876-5527-4EBC-B629-CBF8A24353C3}" type="parTrans" cxnId="{2EE925FD-2A35-4135-A471-C9E4B3907D19}">
      <dgm:prSet/>
      <dgm:spPr/>
      <dgm:t>
        <a:bodyPr/>
        <a:lstStyle/>
        <a:p>
          <a:endParaRPr lang="en-US"/>
        </a:p>
      </dgm:t>
    </dgm:pt>
    <dgm:pt modelId="{14C5DB5F-3CFD-447F-ADC9-CF8B1B9E7047}" type="sibTrans" cxnId="{2EE925FD-2A35-4135-A471-C9E4B3907D19}">
      <dgm:prSet/>
      <dgm:spPr>
        <a:solidFill>
          <a:schemeClr val="accent3">
            <a:lumMod val="20000"/>
            <a:lumOff val="80000"/>
          </a:schemeClr>
        </a:solidFill>
      </dgm:spPr>
      <dgm:t>
        <a:bodyPr/>
        <a:lstStyle/>
        <a:p>
          <a:endParaRPr lang="en-US" dirty="0"/>
        </a:p>
      </dgm:t>
    </dgm:pt>
    <dgm:pt modelId="{8365AE08-8594-40F3-956B-E021AAEF9087}">
      <dgm:prSet phldrT="[Text]"/>
      <dgm:spPr>
        <a:solidFill>
          <a:schemeClr val="accent1">
            <a:lumMod val="20000"/>
            <a:lumOff val="80000"/>
          </a:schemeClr>
        </a:solidFill>
      </dgm:spPr>
      <dgm:t>
        <a:bodyPr/>
        <a:lstStyle/>
        <a:p>
          <a:endParaRPr lang="en-US" dirty="0"/>
        </a:p>
      </dgm:t>
    </dgm:pt>
    <dgm:pt modelId="{02B8A1AA-C4AC-4C1C-8360-EEE49739CB1C}" type="parTrans" cxnId="{243FA7B7-57AC-442C-B667-354C90D77267}">
      <dgm:prSet/>
      <dgm:spPr/>
      <dgm:t>
        <a:bodyPr/>
        <a:lstStyle/>
        <a:p>
          <a:endParaRPr lang="en-US"/>
        </a:p>
      </dgm:t>
    </dgm:pt>
    <dgm:pt modelId="{A42E658F-490F-4353-A46D-311609AD3C09}" type="sibTrans" cxnId="{243FA7B7-57AC-442C-B667-354C90D77267}">
      <dgm:prSet custT="1"/>
      <dgm:spPr>
        <a:solidFill>
          <a:srgbClr val="7030A0"/>
        </a:solidFill>
      </dgm:spPr>
      <dgm:t>
        <a:bodyPr/>
        <a:lstStyle/>
        <a:p>
          <a:r>
            <a:rPr lang="en-US" sz="3200" dirty="0"/>
            <a:t>Assemble</a:t>
          </a:r>
        </a:p>
      </dgm:t>
    </dgm:pt>
    <dgm:pt modelId="{BB77D3F0-9858-4979-87EB-420E9F454B41}">
      <dgm:prSet phldrT="[Text]"/>
      <dgm:spPr>
        <a:solidFill>
          <a:schemeClr val="accent1">
            <a:lumMod val="20000"/>
            <a:lumOff val="80000"/>
          </a:schemeClr>
        </a:solidFill>
      </dgm:spPr>
      <dgm:t>
        <a:bodyPr/>
        <a:lstStyle/>
        <a:p>
          <a:endParaRPr lang="en-US" dirty="0"/>
        </a:p>
      </dgm:t>
    </dgm:pt>
    <dgm:pt modelId="{8396CBC7-929F-4467-9635-B9B31908B80B}" type="parTrans" cxnId="{CC73E615-7CAD-4EF0-A712-10D86BEE4F60}">
      <dgm:prSet/>
      <dgm:spPr/>
      <dgm:t>
        <a:bodyPr/>
        <a:lstStyle/>
        <a:p>
          <a:endParaRPr lang="en-US"/>
        </a:p>
      </dgm:t>
    </dgm:pt>
    <dgm:pt modelId="{D6C97DBD-282A-44E5-8DFF-52CD0A59D9D6}" type="sibTrans" cxnId="{CC73E615-7CAD-4EF0-A712-10D86BEE4F60}">
      <dgm:prSet/>
      <dgm:spPr/>
      <dgm:t>
        <a:bodyPr/>
        <a:lstStyle/>
        <a:p>
          <a:endParaRPr lang="en-US"/>
        </a:p>
      </dgm:t>
    </dgm:pt>
    <dgm:pt modelId="{14AA8ABC-10EE-4B49-AAE0-DB6791DE9087}" type="pres">
      <dgm:prSet presAssocID="{5AAC971C-1A25-4BFB-9FCB-42A98A74511D}" presName="Name0" presStyleCnt="0">
        <dgm:presLayoutVars>
          <dgm:dir/>
          <dgm:resizeHandles val="exact"/>
        </dgm:presLayoutVars>
      </dgm:prSet>
      <dgm:spPr/>
    </dgm:pt>
    <dgm:pt modelId="{C294CFFA-E549-47B0-8FD2-94FC8751C701}" type="pres">
      <dgm:prSet presAssocID="{302AFE82-08D6-475A-B4DC-820A812A6BE3}" presName="node" presStyleLbl="node1" presStyleIdx="0" presStyleCnt="3" custScaleX="33145" custScaleY="25007">
        <dgm:presLayoutVars>
          <dgm:bulletEnabled val="1"/>
        </dgm:presLayoutVars>
      </dgm:prSet>
      <dgm:spPr/>
    </dgm:pt>
    <dgm:pt modelId="{8CFAA49F-A07B-4B0C-9CA8-672084BBEEDF}" type="pres">
      <dgm:prSet presAssocID="{14C5DB5F-3CFD-447F-ADC9-CF8B1B9E7047}" presName="sibTrans" presStyleLbl="sibTrans2D1" presStyleIdx="0" presStyleCnt="2" custScaleX="172749"/>
      <dgm:spPr/>
    </dgm:pt>
    <dgm:pt modelId="{E3688F8C-EC6A-4D90-9E2B-4CD426EB7C55}" type="pres">
      <dgm:prSet presAssocID="{14C5DB5F-3CFD-447F-ADC9-CF8B1B9E7047}" presName="connectorText" presStyleLbl="sibTrans2D1" presStyleIdx="0" presStyleCnt="2"/>
      <dgm:spPr/>
    </dgm:pt>
    <dgm:pt modelId="{5A43F8F3-E093-481F-A76F-6203D71E1A8B}" type="pres">
      <dgm:prSet presAssocID="{8365AE08-8594-40F3-956B-E021AAEF9087}" presName="node" presStyleLbl="node1" presStyleIdx="1" presStyleCnt="3" custScaleX="43982" custScaleY="26020">
        <dgm:presLayoutVars>
          <dgm:bulletEnabled val="1"/>
        </dgm:presLayoutVars>
      </dgm:prSet>
      <dgm:spPr/>
    </dgm:pt>
    <dgm:pt modelId="{FFE92FEF-BA66-4C38-A9A2-03C20915F77E}" type="pres">
      <dgm:prSet presAssocID="{A42E658F-490F-4353-A46D-311609AD3C09}" presName="sibTrans" presStyleLbl="sibTrans2D1" presStyleIdx="1" presStyleCnt="2" custScaleX="178557"/>
      <dgm:spPr/>
    </dgm:pt>
    <dgm:pt modelId="{69E91630-959B-4EFB-A67E-71C79932BBE9}" type="pres">
      <dgm:prSet presAssocID="{A42E658F-490F-4353-A46D-311609AD3C09}" presName="connectorText" presStyleLbl="sibTrans2D1" presStyleIdx="1" presStyleCnt="2"/>
      <dgm:spPr/>
    </dgm:pt>
    <dgm:pt modelId="{FFDAAB04-1AB4-400F-B26F-668649ED7C59}" type="pres">
      <dgm:prSet presAssocID="{BB77D3F0-9858-4979-87EB-420E9F454B41}" presName="node" presStyleLbl="node1" presStyleIdx="2" presStyleCnt="3" custScaleX="19632" custScaleY="22894">
        <dgm:presLayoutVars>
          <dgm:bulletEnabled val="1"/>
        </dgm:presLayoutVars>
      </dgm:prSet>
      <dgm:spPr/>
    </dgm:pt>
  </dgm:ptLst>
  <dgm:cxnLst>
    <dgm:cxn modelId="{3481370A-6F97-4DF3-AAC4-2F6511C99785}" type="presOf" srcId="{302AFE82-08D6-475A-B4DC-820A812A6BE3}" destId="{C294CFFA-E549-47B0-8FD2-94FC8751C701}" srcOrd="0" destOrd="0" presId="urn:microsoft.com/office/officeart/2005/8/layout/process1"/>
    <dgm:cxn modelId="{CC73E615-7CAD-4EF0-A712-10D86BEE4F60}" srcId="{5AAC971C-1A25-4BFB-9FCB-42A98A74511D}" destId="{BB77D3F0-9858-4979-87EB-420E9F454B41}" srcOrd="2" destOrd="0" parTransId="{8396CBC7-929F-4467-9635-B9B31908B80B}" sibTransId="{D6C97DBD-282A-44E5-8DFF-52CD0A59D9D6}"/>
    <dgm:cxn modelId="{1263762C-7715-4D1C-8C2B-8459F19B1A07}" type="presOf" srcId="{8365AE08-8594-40F3-956B-E021AAEF9087}" destId="{5A43F8F3-E093-481F-A76F-6203D71E1A8B}" srcOrd="0" destOrd="0" presId="urn:microsoft.com/office/officeart/2005/8/layout/process1"/>
    <dgm:cxn modelId="{7BFF99B6-EC53-4868-A32B-E9B3FD483629}" type="presOf" srcId="{14C5DB5F-3CFD-447F-ADC9-CF8B1B9E7047}" destId="{8CFAA49F-A07B-4B0C-9CA8-672084BBEEDF}" srcOrd="0" destOrd="0" presId="urn:microsoft.com/office/officeart/2005/8/layout/process1"/>
    <dgm:cxn modelId="{243FA7B7-57AC-442C-B667-354C90D77267}" srcId="{5AAC971C-1A25-4BFB-9FCB-42A98A74511D}" destId="{8365AE08-8594-40F3-956B-E021AAEF9087}" srcOrd="1" destOrd="0" parTransId="{02B8A1AA-C4AC-4C1C-8360-EEE49739CB1C}" sibTransId="{A42E658F-490F-4353-A46D-311609AD3C09}"/>
    <dgm:cxn modelId="{5F1560C7-FF74-4FFD-B2EA-EDC1E62EC3DB}" type="presOf" srcId="{A42E658F-490F-4353-A46D-311609AD3C09}" destId="{69E91630-959B-4EFB-A67E-71C79932BBE9}" srcOrd="1" destOrd="0" presId="urn:microsoft.com/office/officeart/2005/8/layout/process1"/>
    <dgm:cxn modelId="{65E5B7CD-BE39-4CB3-84BC-9F28E13788CF}" type="presOf" srcId="{A42E658F-490F-4353-A46D-311609AD3C09}" destId="{FFE92FEF-BA66-4C38-A9A2-03C20915F77E}" srcOrd="0" destOrd="0" presId="urn:microsoft.com/office/officeart/2005/8/layout/process1"/>
    <dgm:cxn modelId="{D29FC6DC-C71B-4AC3-97E1-AA1CD2501E26}" type="presOf" srcId="{14C5DB5F-3CFD-447F-ADC9-CF8B1B9E7047}" destId="{E3688F8C-EC6A-4D90-9E2B-4CD426EB7C55}" srcOrd="1" destOrd="0" presId="urn:microsoft.com/office/officeart/2005/8/layout/process1"/>
    <dgm:cxn modelId="{7B8A6DE1-4E1C-4867-B1F7-A579C08D229A}" type="presOf" srcId="{5AAC971C-1A25-4BFB-9FCB-42A98A74511D}" destId="{14AA8ABC-10EE-4B49-AAE0-DB6791DE9087}" srcOrd="0" destOrd="0" presId="urn:microsoft.com/office/officeart/2005/8/layout/process1"/>
    <dgm:cxn modelId="{DC432FF9-69F1-409F-97CC-5D8BA3D4121F}" type="presOf" srcId="{BB77D3F0-9858-4979-87EB-420E9F454B41}" destId="{FFDAAB04-1AB4-400F-B26F-668649ED7C59}" srcOrd="0" destOrd="0" presId="urn:microsoft.com/office/officeart/2005/8/layout/process1"/>
    <dgm:cxn modelId="{2EE925FD-2A35-4135-A471-C9E4B3907D19}" srcId="{5AAC971C-1A25-4BFB-9FCB-42A98A74511D}" destId="{302AFE82-08D6-475A-B4DC-820A812A6BE3}" srcOrd="0" destOrd="0" parTransId="{A911A876-5527-4EBC-B629-CBF8A24353C3}" sibTransId="{14C5DB5F-3CFD-447F-ADC9-CF8B1B9E7047}"/>
    <dgm:cxn modelId="{C0C847F9-716E-43F2-AED2-69EB0A545BF8}" type="presParOf" srcId="{14AA8ABC-10EE-4B49-AAE0-DB6791DE9087}" destId="{C294CFFA-E549-47B0-8FD2-94FC8751C701}" srcOrd="0" destOrd="0" presId="urn:microsoft.com/office/officeart/2005/8/layout/process1"/>
    <dgm:cxn modelId="{075CEF52-CFF5-4018-BEAC-4A06270F1DD8}" type="presParOf" srcId="{14AA8ABC-10EE-4B49-AAE0-DB6791DE9087}" destId="{8CFAA49F-A07B-4B0C-9CA8-672084BBEEDF}" srcOrd="1" destOrd="0" presId="urn:microsoft.com/office/officeart/2005/8/layout/process1"/>
    <dgm:cxn modelId="{6DB033C3-09F0-442F-8C64-7C18201292E7}" type="presParOf" srcId="{8CFAA49F-A07B-4B0C-9CA8-672084BBEEDF}" destId="{E3688F8C-EC6A-4D90-9E2B-4CD426EB7C55}" srcOrd="0" destOrd="0" presId="urn:microsoft.com/office/officeart/2005/8/layout/process1"/>
    <dgm:cxn modelId="{E821EF25-8233-440D-A3D0-77D0344278AD}" type="presParOf" srcId="{14AA8ABC-10EE-4B49-AAE0-DB6791DE9087}" destId="{5A43F8F3-E093-481F-A76F-6203D71E1A8B}" srcOrd="2" destOrd="0" presId="urn:microsoft.com/office/officeart/2005/8/layout/process1"/>
    <dgm:cxn modelId="{0A52137D-A6BB-4EED-B754-531C03C25AF2}" type="presParOf" srcId="{14AA8ABC-10EE-4B49-AAE0-DB6791DE9087}" destId="{FFE92FEF-BA66-4C38-A9A2-03C20915F77E}" srcOrd="3" destOrd="0" presId="urn:microsoft.com/office/officeart/2005/8/layout/process1"/>
    <dgm:cxn modelId="{CAD47085-2A59-468E-8553-FE3F97183F76}" type="presParOf" srcId="{FFE92FEF-BA66-4C38-A9A2-03C20915F77E}" destId="{69E91630-959B-4EFB-A67E-71C79932BBE9}" srcOrd="0" destOrd="0" presId="urn:microsoft.com/office/officeart/2005/8/layout/process1"/>
    <dgm:cxn modelId="{8CCB838F-A9E6-4B2E-B418-47A1AF50E559}" type="presParOf" srcId="{14AA8ABC-10EE-4B49-AAE0-DB6791DE9087}" destId="{FFDAAB04-1AB4-400F-B26F-668649ED7C59}"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AAC971C-1A25-4BFB-9FCB-42A98A74511D}" type="doc">
      <dgm:prSet loTypeId="urn:microsoft.com/office/officeart/2005/8/layout/process1" loCatId="process" qsTypeId="urn:microsoft.com/office/officeart/2005/8/quickstyle/simple1" qsCatId="simple" csTypeId="urn:microsoft.com/office/officeart/2005/8/colors/accent1_2" csCatId="accent1" phldr="1"/>
      <dgm:spPr/>
    </dgm:pt>
    <dgm:pt modelId="{302AFE82-08D6-475A-B4DC-820A812A6BE3}">
      <dgm:prSet phldrT="[Text]" custT="1"/>
      <dgm:spPr>
        <a:solidFill>
          <a:schemeClr val="accent1">
            <a:lumMod val="60000"/>
            <a:lumOff val="40000"/>
          </a:schemeClr>
        </a:solidFill>
      </dgm:spPr>
      <dgm:t>
        <a:bodyPr/>
        <a:lstStyle/>
        <a:p>
          <a:r>
            <a:rPr lang="en-US" sz="3200" dirty="0"/>
            <a:t>Data</a:t>
          </a:r>
        </a:p>
      </dgm:t>
    </dgm:pt>
    <dgm:pt modelId="{A911A876-5527-4EBC-B629-CBF8A24353C3}" type="parTrans" cxnId="{2EE925FD-2A35-4135-A471-C9E4B3907D19}">
      <dgm:prSet/>
      <dgm:spPr/>
      <dgm:t>
        <a:bodyPr/>
        <a:lstStyle/>
        <a:p>
          <a:endParaRPr lang="en-US"/>
        </a:p>
      </dgm:t>
    </dgm:pt>
    <dgm:pt modelId="{14C5DB5F-3CFD-447F-ADC9-CF8B1B9E7047}" type="sibTrans" cxnId="{2EE925FD-2A35-4135-A471-C9E4B3907D19}">
      <dgm:prSet/>
      <dgm:spPr>
        <a:solidFill>
          <a:schemeClr val="accent3">
            <a:lumMod val="20000"/>
            <a:lumOff val="80000"/>
          </a:schemeClr>
        </a:solidFill>
      </dgm:spPr>
      <dgm:t>
        <a:bodyPr/>
        <a:lstStyle/>
        <a:p>
          <a:endParaRPr lang="en-US" dirty="0"/>
        </a:p>
      </dgm:t>
    </dgm:pt>
    <dgm:pt modelId="{8365AE08-8594-40F3-956B-E021AAEF9087}">
      <dgm:prSet phldrT="[Text]"/>
      <dgm:spPr>
        <a:solidFill>
          <a:schemeClr val="accent1">
            <a:lumMod val="20000"/>
            <a:lumOff val="80000"/>
          </a:schemeClr>
        </a:solidFill>
      </dgm:spPr>
      <dgm:t>
        <a:bodyPr/>
        <a:lstStyle/>
        <a:p>
          <a:endParaRPr lang="en-US" dirty="0"/>
        </a:p>
      </dgm:t>
    </dgm:pt>
    <dgm:pt modelId="{02B8A1AA-C4AC-4C1C-8360-EEE49739CB1C}" type="parTrans" cxnId="{243FA7B7-57AC-442C-B667-354C90D77267}">
      <dgm:prSet/>
      <dgm:spPr/>
      <dgm:t>
        <a:bodyPr/>
        <a:lstStyle/>
        <a:p>
          <a:endParaRPr lang="en-US"/>
        </a:p>
      </dgm:t>
    </dgm:pt>
    <dgm:pt modelId="{A42E658F-490F-4353-A46D-311609AD3C09}" type="sibTrans" cxnId="{243FA7B7-57AC-442C-B667-354C90D77267}">
      <dgm:prSet custT="1"/>
      <dgm:spPr>
        <a:solidFill>
          <a:srgbClr val="E6D5F3"/>
        </a:solidFill>
      </dgm:spPr>
      <dgm:t>
        <a:bodyPr/>
        <a:lstStyle/>
        <a:p>
          <a:endParaRPr lang="en-US" sz="3200" dirty="0"/>
        </a:p>
      </dgm:t>
    </dgm:pt>
    <dgm:pt modelId="{BB77D3F0-9858-4979-87EB-420E9F454B41}">
      <dgm:prSet phldrT="[Text]" custT="1"/>
      <dgm:spPr>
        <a:solidFill>
          <a:schemeClr val="accent1">
            <a:lumMod val="60000"/>
            <a:lumOff val="40000"/>
          </a:schemeClr>
        </a:solidFill>
      </dgm:spPr>
      <dgm:t>
        <a:bodyPr/>
        <a:lstStyle/>
        <a:p>
          <a:r>
            <a:rPr lang="en-US" sz="3200" dirty="0"/>
            <a:t>Graphic</a:t>
          </a:r>
        </a:p>
      </dgm:t>
    </dgm:pt>
    <dgm:pt modelId="{8396CBC7-929F-4467-9635-B9B31908B80B}" type="parTrans" cxnId="{CC73E615-7CAD-4EF0-A712-10D86BEE4F60}">
      <dgm:prSet/>
      <dgm:spPr/>
      <dgm:t>
        <a:bodyPr/>
        <a:lstStyle/>
        <a:p>
          <a:endParaRPr lang="en-US"/>
        </a:p>
      </dgm:t>
    </dgm:pt>
    <dgm:pt modelId="{D6C97DBD-282A-44E5-8DFF-52CD0A59D9D6}" type="sibTrans" cxnId="{CC73E615-7CAD-4EF0-A712-10D86BEE4F60}">
      <dgm:prSet/>
      <dgm:spPr/>
      <dgm:t>
        <a:bodyPr/>
        <a:lstStyle/>
        <a:p>
          <a:endParaRPr lang="en-US"/>
        </a:p>
      </dgm:t>
    </dgm:pt>
    <dgm:pt modelId="{14AA8ABC-10EE-4B49-AAE0-DB6791DE9087}" type="pres">
      <dgm:prSet presAssocID="{5AAC971C-1A25-4BFB-9FCB-42A98A74511D}" presName="Name0" presStyleCnt="0">
        <dgm:presLayoutVars>
          <dgm:dir/>
          <dgm:resizeHandles val="exact"/>
        </dgm:presLayoutVars>
      </dgm:prSet>
      <dgm:spPr/>
    </dgm:pt>
    <dgm:pt modelId="{C294CFFA-E549-47B0-8FD2-94FC8751C701}" type="pres">
      <dgm:prSet presAssocID="{302AFE82-08D6-475A-B4DC-820A812A6BE3}" presName="node" presStyleLbl="node1" presStyleIdx="0" presStyleCnt="3" custScaleX="33145" custScaleY="25007">
        <dgm:presLayoutVars>
          <dgm:bulletEnabled val="1"/>
        </dgm:presLayoutVars>
      </dgm:prSet>
      <dgm:spPr/>
    </dgm:pt>
    <dgm:pt modelId="{8CFAA49F-A07B-4B0C-9CA8-672084BBEEDF}" type="pres">
      <dgm:prSet presAssocID="{14C5DB5F-3CFD-447F-ADC9-CF8B1B9E7047}" presName="sibTrans" presStyleLbl="sibTrans2D1" presStyleIdx="0" presStyleCnt="2" custScaleX="172749"/>
      <dgm:spPr/>
    </dgm:pt>
    <dgm:pt modelId="{E3688F8C-EC6A-4D90-9E2B-4CD426EB7C55}" type="pres">
      <dgm:prSet presAssocID="{14C5DB5F-3CFD-447F-ADC9-CF8B1B9E7047}" presName="connectorText" presStyleLbl="sibTrans2D1" presStyleIdx="0" presStyleCnt="2"/>
      <dgm:spPr/>
    </dgm:pt>
    <dgm:pt modelId="{5A43F8F3-E093-481F-A76F-6203D71E1A8B}" type="pres">
      <dgm:prSet presAssocID="{8365AE08-8594-40F3-956B-E021AAEF9087}" presName="node" presStyleLbl="node1" presStyleIdx="1" presStyleCnt="3" custScaleX="43982" custScaleY="26020">
        <dgm:presLayoutVars>
          <dgm:bulletEnabled val="1"/>
        </dgm:presLayoutVars>
      </dgm:prSet>
      <dgm:spPr/>
    </dgm:pt>
    <dgm:pt modelId="{FFE92FEF-BA66-4C38-A9A2-03C20915F77E}" type="pres">
      <dgm:prSet presAssocID="{A42E658F-490F-4353-A46D-311609AD3C09}" presName="sibTrans" presStyleLbl="sibTrans2D1" presStyleIdx="1" presStyleCnt="2" custScaleX="178557"/>
      <dgm:spPr/>
    </dgm:pt>
    <dgm:pt modelId="{69E91630-959B-4EFB-A67E-71C79932BBE9}" type="pres">
      <dgm:prSet presAssocID="{A42E658F-490F-4353-A46D-311609AD3C09}" presName="connectorText" presStyleLbl="sibTrans2D1" presStyleIdx="1" presStyleCnt="2"/>
      <dgm:spPr/>
    </dgm:pt>
    <dgm:pt modelId="{FFDAAB04-1AB4-400F-B26F-668649ED7C59}" type="pres">
      <dgm:prSet presAssocID="{BB77D3F0-9858-4979-87EB-420E9F454B41}" presName="node" presStyleLbl="node1" presStyleIdx="2" presStyleCnt="3" custScaleX="36380" custScaleY="30911">
        <dgm:presLayoutVars>
          <dgm:bulletEnabled val="1"/>
        </dgm:presLayoutVars>
      </dgm:prSet>
      <dgm:spPr/>
    </dgm:pt>
  </dgm:ptLst>
  <dgm:cxnLst>
    <dgm:cxn modelId="{3481370A-6F97-4DF3-AAC4-2F6511C99785}" type="presOf" srcId="{302AFE82-08D6-475A-B4DC-820A812A6BE3}" destId="{C294CFFA-E549-47B0-8FD2-94FC8751C701}" srcOrd="0" destOrd="0" presId="urn:microsoft.com/office/officeart/2005/8/layout/process1"/>
    <dgm:cxn modelId="{CC73E615-7CAD-4EF0-A712-10D86BEE4F60}" srcId="{5AAC971C-1A25-4BFB-9FCB-42A98A74511D}" destId="{BB77D3F0-9858-4979-87EB-420E9F454B41}" srcOrd="2" destOrd="0" parTransId="{8396CBC7-929F-4467-9635-B9B31908B80B}" sibTransId="{D6C97DBD-282A-44E5-8DFF-52CD0A59D9D6}"/>
    <dgm:cxn modelId="{1263762C-7715-4D1C-8C2B-8459F19B1A07}" type="presOf" srcId="{8365AE08-8594-40F3-956B-E021AAEF9087}" destId="{5A43F8F3-E093-481F-A76F-6203D71E1A8B}" srcOrd="0" destOrd="0" presId="urn:microsoft.com/office/officeart/2005/8/layout/process1"/>
    <dgm:cxn modelId="{7BFF99B6-EC53-4868-A32B-E9B3FD483629}" type="presOf" srcId="{14C5DB5F-3CFD-447F-ADC9-CF8B1B9E7047}" destId="{8CFAA49F-A07B-4B0C-9CA8-672084BBEEDF}" srcOrd="0" destOrd="0" presId="urn:microsoft.com/office/officeart/2005/8/layout/process1"/>
    <dgm:cxn modelId="{243FA7B7-57AC-442C-B667-354C90D77267}" srcId="{5AAC971C-1A25-4BFB-9FCB-42A98A74511D}" destId="{8365AE08-8594-40F3-956B-E021AAEF9087}" srcOrd="1" destOrd="0" parTransId="{02B8A1AA-C4AC-4C1C-8360-EEE49739CB1C}" sibTransId="{A42E658F-490F-4353-A46D-311609AD3C09}"/>
    <dgm:cxn modelId="{5F1560C7-FF74-4FFD-B2EA-EDC1E62EC3DB}" type="presOf" srcId="{A42E658F-490F-4353-A46D-311609AD3C09}" destId="{69E91630-959B-4EFB-A67E-71C79932BBE9}" srcOrd="1" destOrd="0" presId="urn:microsoft.com/office/officeart/2005/8/layout/process1"/>
    <dgm:cxn modelId="{65E5B7CD-BE39-4CB3-84BC-9F28E13788CF}" type="presOf" srcId="{A42E658F-490F-4353-A46D-311609AD3C09}" destId="{FFE92FEF-BA66-4C38-A9A2-03C20915F77E}" srcOrd="0" destOrd="0" presId="urn:microsoft.com/office/officeart/2005/8/layout/process1"/>
    <dgm:cxn modelId="{D29FC6DC-C71B-4AC3-97E1-AA1CD2501E26}" type="presOf" srcId="{14C5DB5F-3CFD-447F-ADC9-CF8B1B9E7047}" destId="{E3688F8C-EC6A-4D90-9E2B-4CD426EB7C55}" srcOrd="1" destOrd="0" presId="urn:microsoft.com/office/officeart/2005/8/layout/process1"/>
    <dgm:cxn modelId="{7B8A6DE1-4E1C-4867-B1F7-A579C08D229A}" type="presOf" srcId="{5AAC971C-1A25-4BFB-9FCB-42A98A74511D}" destId="{14AA8ABC-10EE-4B49-AAE0-DB6791DE9087}" srcOrd="0" destOrd="0" presId="urn:microsoft.com/office/officeart/2005/8/layout/process1"/>
    <dgm:cxn modelId="{DC432FF9-69F1-409F-97CC-5D8BA3D4121F}" type="presOf" srcId="{BB77D3F0-9858-4979-87EB-420E9F454B41}" destId="{FFDAAB04-1AB4-400F-B26F-668649ED7C59}" srcOrd="0" destOrd="0" presId="urn:microsoft.com/office/officeart/2005/8/layout/process1"/>
    <dgm:cxn modelId="{2EE925FD-2A35-4135-A471-C9E4B3907D19}" srcId="{5AAC971C-1A25-4BFB-9FCB-42A98A74511D}" destId="{302AFE82-08D6-475A-B4DC-820A812A6BE3}" srcOrd="0" destOrd="0" parTransId="{A911A876-5527-4EBC-B629-CBF8A24353C3}" sibTransId="{14C5DB5F-3CFD-447F-ADC9-CF8B1B9E7047}"/>
    <dgm:cxn modelId="{C0C847F9-716E-43F2-AED2-69EB0A545BF8}" type="presParOf" srcId="{14AA8ABC-10EE-4B49-AAE0-DB6791DE9087}" destId="{C294CFFA-E549-47B0-8FD2-94FC8751C701}" srcOrd="0" destOrd="0" presId="urn:microsoft.com/office/officeart/2005/8/layout/process1"/>
    <dgm:cxn modelId="{075CEF52-CFF5-4018-BEAC-4A06270F1DD8}" type="presParOf" srcId="{14AA8ABC-10EE-4B49-AAE0-DB6791DE9087}" destId="{8CFAA49F-A07B-4B0C-9CA8-672084BBEEDF}" srcOrd="1" destOrd="0" presId="urn:microsoft.com/office/officeart/2005/8/layout/process1"/>
    <dgm:cxn modelId="{6DB033C3-09F0-442F-8C64-7C18201292E7}" type="presParOf" srcId="{8CFAA49F-A07B-4B0C-9CA8-672084BBEEDF}" destId="{E3688F8C-EC6A-4D90-9E2B-4CD426EB7C55}" srcOrd="0" destOrd="0" presId="urn:microsoft.com/office/officeart/2005/8/layout/process1"/>
    <dgm:cxn modelId="{E821EF25-8233-440D-A3D0-77D0344278AD}" type="presParOf" srcId="{14AA8ABC-10EE-4B49-AAE0-DB6791DE9087}" destId="{5A43F8F3-E093-481F-A76F-6203D71E1A8B}" srcOrd="2" destOrd="0" presId="urn:microsoft.com/office/officeart/2005/8/layout/process1"/>
    <dgm:cxn modelId="{0A52137D-A6BB-4EED-B754-531C03C25AF2}" type="presParOf" srcId="{14AA8ABC-10EE-4B49-AAE0-DB6791DE9087}" destId="{FFE92FEF-BA66-4C38-A9A2-03C20915F77E}" srcOrd="3" destOrd="0" presId="urn:microsoft.com/office/officeart/2005/8/layout/process1"/>
    <dgm:cxn modelId="{CAD47085-2A59-468E-8553-FE3F97183F76}" type="presParOf" srcId="{FFE92FEF-BA66-4C38-A9A2-03C20915F77E}" destId="{69E91630-959B-4EFB-A67E-71C79932BBE9}" srcOrd="0" destOrd="0" presId="urn:microsoft.com/office/officeart/2005/8/layout/process1"/>
    <dgm:cxn modelId="{8CCB838F-A9E6-4B2E-B418-47A1AF50E559}" type="presParOf" srcId="{14AA8ABC-10EE-4B49-AAE0-DB6791DE9087}" destId="{FFDAAB04-1AB4-400F-B26F-668649ED7C59}"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AAC971C-1A25-4BFB-9FCB-42A98A74511D}" type="doc">
      <dgm:prSet loTypeId="urn:microsoft.com/office/officeart/2005/8/layout/process1" loCatId="process" qsTypeId="urn:microsoft.com/office/officeart/2005/8/quickstyle/simple1" qsCatId="simple" csTypeId="urn:microsoft.com/office/officeart/2005/8/colors/accent1_2" csCatId="accent1" phldr="1"/>
      <dgm:spPr/>
    </dgm:pt>
    <dgm:pt modelId="{302AFE82-08D6-475A-B4DC-820A812A6BE3}">
      <dgm:prSet phldrT="[Text]" custT="1"/>
      <dgm:spPr>
        <a:solidFill>
          <a:schemeClr val="accent1">
            <a:lumMod val="60000"/>
            <a:lumOff val="40000"/>
          </a:schemeClr>
        </a:solidFill>
      </dgm:spPr>
      <dgm:t>
        <a:bodyPr/>
        <a:lstStyle/>
        <a:p>
          <a:r>
            <a:rPr lang="en-US" sz="3200" dirty="0"/>
            <a:t>Data</a:t>
          </a:r>
        </a:p>
      </dgm:t>
    </dgm:pt>
    <dgm:pt modelId="{A911A876-5527-4EBC-B629-CBF8A24353C3}" type="parTrans" cxnId="{2EE925FD-2A35-4135-A471-C9E4B3907D19}">
      <dgm:prSet/>
      <dgm:spPr/>
      <dgm:t>
        <a:bodyPr/>
        <a:lstStyle/>
        <a:p>
          <a:endParaRPr lang="en-US"/>
        </a:p>
      </dgm:t>
    </dgm:pt>
    <dgm:pt modelId="{14C5DB5F-3CFD-447F-ADC9-CF8B1B9E7047}" type="sibTrans" cxnId="{2EE925FD-2A35-4135-A471-C9E4B3907D19}">
      <dgm:prSet/>
      <dgm:spPr>
        <a:solidFill>
          <a:schemeClr val="accent3">
            <a:lumMod val="20000"/>
            <a:lumOff val="80000"/>
          </a:schemeClr>
        </a:solidFill>
      </dgm:spPr>
      <dgm:t>
        <a:bodyPr/>
        <a:lstStyle/>
        <a:p>
          <a:endParaRPr lang="en-US" dirty="0"/>
        </a:p>
      </dgm:t>
    </dgm:pt>
    <dgm:pt modelId="{8365AE08-8594-40F3-956B-E021AAEF9087}">
      <dgm:prSet phldrT="[Text]" custT="1"/>
      <dgm:spPr>
        <a:solidFill>
          <a:schemeClr val="accent1">
            <a:lumMod val="60000"/>
            <a:lumOff val="40000"/>
          </a:schemeClr>
        </a:solidFill>
      </dgm:spPr>
      <dgm:t>
        <a:bodyPr/>
        <a:lstStyle/>
        <a:p>
          <a:r>
            <a:rPr lang="en-US" sz="3200" dirty="0"/>
            <a:t>Visual</a:t>
          </a:r>
        </a:p>
      </dgm:t>
    </dgm:pt>
    <dgm:pt modelId="{02B8A1AA-C4AC-4C1C-8360-EEE49739CB1C}" type="parTrans" cxnId="{243FA7B7-57AC-442C-B667-354C90D77267}">
      <dgm:prSet/>
      <dgm:spPr/>
      <dgm:t>
        <a:bodyPr/>
        <a:lstStyle/>
        <a:p>
          <a:endParaRPr lang="en-US"/>
        </a:p>
      </dgm:t>
    </dgm:pt>
    <dgm:pt modelId="{A42E658F-490F-4353-A46D-311609AD3C09}" type="sibTrans" cxnId="{243FA7B7-57AC-442C-B667-354C90D77267}">
      <dgm:prSet custT="1"/>
      <dgm:spPr>
        <a:solidFill>
          <a:srgbClr val="7030A0"/>
        </a:solidFill>
      </dgm:spPr>
      <dgm:t>
        <a:bodyPr/>
        <a:lstStyle/>
        <a:p>
          <a:r>
            <a:rPr lang="en-US" sz="3200" dirty="0"/>
            <a:t>Assemble</a:t>
          </a:r>
        </a:p>
      </dgm:t>
    </dgm:pt>
    <dgm:pt modelId="{BB77D3F0-9858-4979-87EB-420E9F454B41}">
      <dgm:prSet phldrT="[Text]" custT="1"/>
      <dgm:spPr>
        <a:solidFill>
          <a:schemeClr val="accent1">
            <a:lumMod val="60000"/>
            <a:lumOff val="40000"/>
          </a:schemeClr>
        </a:solidFill>
      </dgm:spPr>
      <dgm:t>
        <a:bodyPr/>
        <a:lstStyle/>
        <a:p>
          <a:r>
            <a:rPr lang="en-US" sz="3200" dirty="0"/>
            <a:t>Graphic</a:t>
          </a:r>
        </a:p>
      </dgm:t>
    </dgm:pt>
    <dgm:pt modelId="{8396CBC7-929F-4467-9635-B9B31908B80B}" type="parTrans" cxnId="{CC73E615-7CAD-4EF0-A712-10D86BEE4F60}">
      <dgm:prSet/>
      <dgm:spPr/>
      <dgm:t>
        <a:bodyPr/>
        <a:lstStyle/>
        <a:p>
          <a:endParaRPr lang="en-US"/>
        </a:p>
      </dgm:t>
    </dgm:pt>
    <dgm:pt modelId="{D6C97DBD-282A-44E5-8DFF-52CD0A59D9D6}" type="sibTrans" cxnId="{CC73E615-7CAD-4EF0-A712-10D86BEE4F60}">
      <dgm:prSet/>
      <dgm:spPr/>
      <dgm:t>
        <a:bodyPr/>
        <a:lstStyle/>
        <a:p>
          <a:endParaRPr lang="en-US"/>
        </a:p>
      </dgm:t>
    </dgm:pt>
    <dgm:pt modelId="{14AA8ABC-10EE-4B49-AAE0-DB6791DE9087}" type="pres">
      <dgm:prSet presAssocID="{5AAC971C-1A25-4BFB-9FCB-42A98A74511D}" presName="Name0" presStyleCnt="0">
        <dgm:presLayoutVars>
          <dgm:dir/>
          <dgm:resizeHandles val="exact"/>
        </dgm:presLayoutVars>
      </dgm:prSet>
      <dgm:spPr/>
    </dgm:pt>
    <dgm:pt modelId="{C294CFFA-E549-47B0-8FD2-94FC8751C701}" type="pres">
      <dgm:prSet presAssocID="{302AFE82-08D6-475A-B4DC-820A812A6BE3}" presName="node" presStyleLbl="node1" presStyleIdx="0" presStyleCnt="3" custScaleX="33145" custScaleY="25007">
        <dgm:presLayoutVars>
          <dgm:bulletEnabled val="1"/>
        </dgm:presLayoutVars>
      </dgm:prSet>
      <dgm:spPr/>
    </dgm:pt>
    <dgm:pt modelId="{8CFAA49F-A07B-4B0C-9CA8-672084BBEEDF}" type="pres">
      <dgm:prSet presAssocID="{14C5DB5F-3CFD-447F-ADC9-CF8B1B9E7047}" presName="sibTrans" presStyleLbl="sibTrans2D1" presStyleIdx="0" presStyleCnt="2" custScaleX="172749"/>
      <dgm:spPr/>
    </dgm:pt>
    <dgm:pt modelId="{E3688F8C-EC6A-4D90-9E2B-4CD426EB7C55}" type="pres">
      <dgm:prSet presAssocID="{14C5DB5F-3CFD-447F-ADC9-CF8B1B9E7047}" presName="connectorText" presStyleLbl="sibTrans2D1" presStyleIdx="0" presStyleCnt="2"/>
      <dgm:spPr/>
    </dgm:pt>
    <dgm:pt modelId="{5A43F8F3-E093-481F-A76F-6203D71E1A8B}" type="pres">
      <dgm:prSet presAssocID="{8365AE08-8594-40F3-956B-E021AAEF9087}" presName="node" presStyleLbl="node1" presStyleIdx="1" presStyleCnt="3" custScaleX="43982" custScaleY="26020">
        <dgm:presLayoutVars>
          <dgm:bulletEnabled val="1"/>
        </dgm:presLayoutVars>
      </dgm:prSet>
      <dgm:spPr/>
    </dgm:pt>
    <dgm:pt modelId="{FFE92FEF-BA66-4C38-A9A2-03C20915F77E}" type="pres">
      <dgm:prSet presAssocID="{A42E658F-490F-4353-A46D-311609AD3C09}" presName="sibTrans" presStyleLbl="sibTrans2D1" presStyleIdx="1" presStyleCnt="2" custScaleX="178557"/>
      <dgm:spPr/>
    </dgm:pt>
    <dgm:pt modelId="{69E91630-959B-4EFB-A67E-71C79932BBE9}" type="pres">
      <dgm:prSet presAssocID="{A42E658F-490F-4353-A46D-311609AD3C09}" presName="connectorText" presStyleLbl="sibTrans2D1" presStyleIdx="1" presStyleCnt="2"/>
      <dgm:spPr/>
    </dgm:pt>
    <dgm:pt modelId="{FFDAAB04-1AB4-400F-B26F-668649ED7C59}" type="pres">
      <dgm:prSet presAssocID="{BB77D3F0-9858-4979-87EB-420E9F454B41}" presName="node" presStyleLbl="node1" presStyleIdx="2" presStyleCnt="3" custScaleX="42442" custScaleY="22894">
        <dgm:presLayoutVars>
          <dgm:bulletEnabled val="1"/>
        </dgm:presLayoutVars>
      </dgm:prSet>
      <dgm:spPr/>
    </dgm:pt>
  </dgm:ptLst>
  <dgm:cxnLst>
    <dgm:cxn modelId="{3481370A-6F97-4DF3-AAC4-2F6511C99785}" type="presOf" srcId="{302AFE82-08D6-475A-B4DC-820A812A6BE3}" destId="{C294CFFA-E549-47B0-8FD2-94FC8751C701}" srcOrd="0" destOrd="0" presId="urn:microsoft.com/office/officeart/2005/8/layout/process1"/>
    <dgm:cxn modelId="{CC73E615-7CAD-4EF0-A712-10D86BEE4F60}" srcId="{5AAC971C-1A25-4BFB-9FCB-42A98A74511D}" destId="{BB77D3F0-9858-4979-87EB-420E9F454B41}" srcOrd="2" destOrd="0" parTransId="{8396CBC7-929F-4467-9635-B9B31908B80B}" sibTransId="{D6C97DBD-282A-44E5-8DFF-52CD0A59D9D6}"/>
    <dgm:cxn modelId="{1263762C-7715-4D1C-8C2B-8459F19B1A07}" type="presOf" srcId="{8365AE08-8594-40F3-956B-E021AAEF9087}" destId="{5A43F8F3-E093-481F-A76F-6203D71E1A8B}" srcOrd="0" destOrd="0" presId="urn:microsoft.com/office/officeart/2005/8/layout/process1"/>
    <dgm:cxn modelId="{7BFF99B6-EC53-4868-A32B-E9B3FD483629}" type="presOf" srcId="{14C5DB5F-3CFD-447F-ADC9-CF8B1B9E7047}" destId="{8CFAA49F-A07B-4B0C-9CA8-672084BBEEDF}" srcOrd="0" destOrd="0" presId="urn:microsoft.com/office/officeart/2005/8/layout/process1"/>
    <dgm:cxn modelId="{243FA7B7-57AC-442C-B667-354C90D77267}" srcId="{5AAC971C-1A25-4BFB-9FCB-42A98A74511D}" destId="{8365AE08-8594-40F3-956B-E021AAEF9087}" srcOrd="1" destOrd="0" parTransId="{02B8A1AA-C4AC-4C1C-8360-EEE49739CB1C}" sibTransId="{A42E658F-490F-4353-A46D-311609AD3C09}"/>
    <dgm:cxn modelId="{5F1560C7-FF74-4FFD-B2EA-EDC1E62EC3DB}" type="presOf" srcId="{A42E658F-490F-4353-A46D-311609AD3C09}" destId="{69E91630-959B-4EFB-A67E-71C79932BBE9}" srcOrd="1" destOrd="0" presId="urn:microsoft.com/office/officeart/2005/8/layout/process1"/>
    <dgm:cxn modelId="{65E5B7CD-BE39-4CB3-84BC-9F28E13788CF}" type="presOf" srcId="{A42E658F-490F-4353-A46D-311609AD3C09}" destId="{FFE92FEF-BA66-4C38-A9A2-03C20915F77E}" srcOrd="0" destOrd="0" presId="urn:microsoft.com/office/officeart/2005/8/layout/process1"/>
    <dgm:cxn modelId="{D29FC6DC-C71B-4AC3-97E1-AA1CD2501E26}" type="presOf" srcId="{14C5DB5F-3CFD-447F-ADC9-CF8B1B9E7047}" destId="{E3688F8C-EC6A-4D90-9E2B-4CD426EB7C55}" srcOrd="1" destOrd="0" presId="urn:microsoft.com/office/officeart/2005/8/layout/process1"/>
    <dgm:cxn modelId="{7B8A6DE1-4E1C-4867-B1F7-A579C08D229A}" type="presOf" srcId="{5AAC971C-1A25-4BFB-9FCB-42A98A74511D}" destId="{14AA8ABC-10EE-4B49-AAE0-DB6791DE9087}" srcOrd="0" destOrd="0" presId="urn:microsoft.com/office/officeart/2005/8/layout/process1"/>
    <dgm:cxn modelId="{DC432FF9-69F1-409F-97CC-5D8BA3D4121F}" type="presOf" srcId="{BB77D3F0-9858-4979-87EB-420E9F454B41}" destId="{FFDAAB04-1AB4-400F-B26F-668649ED7C59}" srcOrd="0" destOrd="0" presId="urn:microsoft.com/office/officeart/2005/8/layout/process1"/>
    <dgm:cxn modelId="{2EE925FD-2A35-4135-A471-C9E4B3907D19}" srcId="{5AAC971C-1A25-4BFB-9FCB-42A98A74511D}" destId="{302AFE82-08D6-475A-B4DC-820A812A6BE3}" srcOrd="0" destOrd="0" parTransId="{A911A876-5527-4EBC-B629-CBF8A24353C3}" sibTransId="{14C5DB5F-3CFD-447F-ADC9-CF8B1B9E7047}"/>
    <dgm:cxn modelId="{C0C847F9-716E-43F2-AED2-69EB0A545BF8}" type="presParOf" srcId="{14AA8ABC-10EE-4B49-AAE0-DB6791DE9087}" destId="{C294CFFA-E549-47B0-8FD2-94FC8751C701}" srcOrd="0" destOrd="0" presId="urn:microsoft.com/office/officeart/2005/8/layout/process1"/>
    <dgm:cxn modelId="{075CEF52-CFF5-4018-BEAC-4A06270F1DD8}" type="presParOf" srcId="{14AA8ABC-10EE-4B49-AAE0-DB6791DE9087}" destId="{8CFAA49F-A07B-4B0C-9CA8-672084BBEEDF}" srcOrd="1" destOrd="0" presId="urn:microsoft.com/office/officeart/2005/8/layout/process1"/>
    <dgm:cxn modelId="{6DB033C3-09F0-442F-8C64-7C18201292E7}" type="presParOf" srcId="{8CFAA49F-A07B-4B0C-9CA8-672084BBEEDF}" destId="{E3688F8C-EC6A-4D90-9E2B-4CD426EB7C55}" srcOrd="0" destOrd="0" presId="urn:microsoft.com/office/officeart/2005/8/layout/process1"/>
    <dgm:cxn modelId="{E821EF25-8233-440D-A3D0-77D0344278AD}" type="presParOf" srcId="{14AA8ABC-10EE-4B49-AAE0-DB6791DE9087}" destId="{5A43F8F3-E093-481F-A76F-6203D71E1A8B}" srcOrd="2" destOrd="0" presId="urn:microsoft.com/office/officeart/2005/8/layout/process1"/>
    <dgm:cxn modelId="{0A52137D-A6BB-4EED-B754-531C03C25AF2}" type="presParOf" srcId="{14AA8ABC-10EE-4B49-AAE0-DB6791DE9087}" destId="{FFE92FEF-BA66-4C38-A9A2-03C20915F77E}" srcOrd="3" destOrd="0" presId="urn:microsoft.com/office/officeart/2005/8/layout/process1"/>
    <dgm:cxn modelId="{CAD47085-2A59-468E-8553-FE3F97183F76}" type="presParOf" srcId="{FFE92FEF-BA66-4C38-A9A2-03C20915F77E}" destId="{69E91630-959B-4EFB-A67E-71C79932BBE9}" srcOrd="0" destOrd="0" presId="urn:microsoft.com/office/officeart/2005/8/layout/process1"/>
    <dgm:cxn modelId="{8CCB838F-A9E6-4B2E-B418-47A1AF50E559}" type="presParOf" srcId="{14AA8ABC-10EE-4B49-AAE0-DB6791DE9087}" destId="{FFDAAB04-1AB4-400F-B26F-668649ED7C59}"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AAC971C-1A25-4BFB-9FCB-42A98A74511D}" type="doc">
      <dgm:prSet loTypeId="urn:microsoft.com/office/officeart/2005/8/layout/process1" loCatId="process" qsTypeId="urn:microsoft.com/office/officeart/2005/8/quickstyle/simple1" qsCatId="simple" csTypeId="urn:microsoft.com/office/officeart/2005/8/colors/accent1_2" csCatId="accent1" phldr="1"/>
      <dgm:spPr/>
    </dgm:pt>
    <dgm:pt modelId="{302AFE82-08D6-475A-B4DC-820A812A6BE3}">
      <dgm:prSet phldrT="[Text]"/>
      <dgm:spPr>
        <a:solidFill>
          <a:schemeClr val="accent1">
            <a:lumMod val="20000"/>
            <a:lumOff val="80000"/>
          </a:schemeClr>
        </a:solidFill>
      </dgm:spPr>
      <dgm:t>
        <a:bodyPr/>
        <a:lstStyle/>
        <a:p>
          <a:endParaRPr lang="en-US" dirty="0"/>
        </a:p>
      </dgm:t>
    </dgm:pt>
    <dgm:pt modelId="{A911A876-5527-4EBC-B629-CBF8A24353C3}" type="parTrans" cxnId="{2EE925FD-2A35-4135-A471-C9E4B3907D19}">
      <dgm:prSet/>
      <dgm:spPr/>
      <dgm:t>
        <a:bodyPr/>
        <a:lstStyle/>
        <a:p>
          <a:endParaRPr lang="en-US"/>
        </a:p>
      </dgm:t>
    </dgm:pt>
    <dgm:pt modelId="{14C5DB5F-3CFD-447F-ADC9-CF8B1B9E7047}" type="sibTrans" cxnId="{2EE925FD-2A35-4135-A471-C9E4B3907D19}">
      <dgm:prSet/>
      <dgm:spPr>
        <a:solidFill>
          <a:schemeClr val="accent3">
            <a:lumMod val="20000"/>
            <a:lumOff val="80000"/>
          </a:schemeClr>
        </a:solidFill>
      </dgm:spPr>
      <dgm:t>
        <a:bodyPr/>
        <a:lstStyle/>
        <a:p>
          <a:endParaRPr lang="en-US" dirty="0"/>
        </a:p>
      </dgm:t>
    </dgm:pt>
    <dgm:pt modelId="{8365AE08-8594-40F3-956B-E021AAEF9087}">
      <dgm:prSet phldrT="[Text]"/>
      <dgm:spPr>
        <a:solidFill>
          <a:schemeClr val="accent1">
            <a:lumMod val="20000"/>
            <a:lumOff val="80000"/>
          </a:schemeClr>
        </a:solidFill>
      </dgm:spPr>
      <dgm:t>
        <a:bodyPr/>
        <a:lstStyle/>
        <a:p>
          <a:endParaRPr lang="en-US" dirty="0"/>
        </a:p>
      </dgm:t>
    </dgm:pt>
    <dgm:pt modelId="{02B8A1AA-C4AC-4C1C-8360-EEE49739CB1C}" type="parTrans" cxnId="{243FA7B7-57AC-442C-B667-354C90D77267}">
      <dgm:prSet/>
      <dgm:spPr/>
      <dgm:t>
        <a:bodyPr/>
        <a:lstStyle/>
        <a:p>
          <a:endParaRPr lang="en-US"/>
        </a:p>
      </dgm:t>
    </dgm:pt>
    <dgm:pt modelId="{A42E658F-490F-4353-A46D-311609AD3C09}" type="sibTrans" cxnId="{243FA7B7-57AC-442C-B667-354C90D77267}">
      <dgm:prSet custT="1"/>
      <dgm:spPr>
        <a:solidFill>
          <a:srgbClr val="7030A0"/>
        </a:solidFill>
      </dgm:spPr>
      <dgm:t>
        <a:bodyPr/>
        <a:lstStyle/>
        <a:p>
          <a:r>
            <a:rPr lang="en-US" sz="3200" dirty="0"/>
            <a:t>Assemble</a:t>
          </a:r>
        </a:p>
      </dgm:t>
    </dgm:pt>
    <dgm:pt modelId="{BB77D3F0-9858-4979-87EB-420E9F454B41}">
      <dgm:prSet phldrT="[Text]"/>
      <dgm:spPr>
        <a:solidFill>
          <a:schemeClr val="accent1">
            <a:lumMod val="20000"/>
            <a:lumOff val="80000"/>
          </a:schemeClr>
        </a:solidFill>
      </dgm:spPr>
      <dgm:t>
        <a:bodyPr/>
        <a:lstStyle/>
        <a:p>
          <a:endParaRPr lang="en-US" dirty="0"/>
        </a:p>
      </dgm:t>
    </dgm:pt>
    <dgm:pt modelId="{8396CBC7-929F-4467-9635-B9B31908B80B}" type="parTrans" cxnId="{CC73E615-7CAD-4EF0-A712-10D86BEE4F60}">
      <dgm:prSet/>
      <dgm:spPr/>
      <dgm:t>
        <a:bodyPr/>
        <a:lstStyle/>
        <a:p>
          <a:endParaRPr lang="en-US"/>
        </a:p>
      </dgm:t>
    </dgm:pt>
    <dgm:pt modelId="{D6C97DBD-282A-44E5-8DFF-52CD0A59D9D6}" type="sibTrans" cxnId="{CC73E615-7CAD-4EF0-A712-10D86BEE4F60}">
      <dgm:prSet/>
      <dgm:spPr/>
      <dgm:t>
        <a:bodyPr/>
        <a:lstStyle/>
        <a:p>
          <a:endParaRPr lang="en-US"/>
        </a:p>
      </dgm:t>
    </dgm:pt>
    <dgm:pt modelId="{14AA8ABC-10EE-4B49-AAE0-DB6791DE9087}" type="pres">
      <dgm:prSet presAssocID="{5AAC971C-1A25-4BFB-9FCB-42A98A74511D}" presName="Name0" presStyleCnt="0">
        <dgm:presLayoutVars>
          <dgm:dir/>
          <dgm:resizeHandles val="exact"/>
        </dgm:presLayoutVars>
      </dgm:prSet>
      <dgm:spPr/>
    </dgm:pt>
    <dgm:pt modelId="{C294CFFA-E549-47B0-8FD2-94FC8751C701}" type="pres">
      <dgm:prSet presAssocID="{302AFE82-08D6-475A-B4DC-820A812A6BE3}" presName="node" presStyleLbl="node1" presStyleIdx="0" presStyleCnt="3" custScaleX="33145" custScaleY="25007">
        <dgm:presLayoutVars>
          <dgm:bulletEnabled val="1"/>
        </dgm:presLayoutVars>
      </dgm:prSet>
      <dgm:spPr/>
    </dgm:pt>
    <dgm:pt modelId="{8CFAA49F-A07B-4B0C-9CA8-672084BBEEDF}" type="pres">
      <dgm:prSet presAssocID="{14C5DB5F-3CFD-447F-ADC9-CF8B1B9E7047}" presName="sibTrans" presStyleLbl="sibTrans2D1" presStyleIdx="0" presStyleCnt="2" custScaleX="172749"/>
      <dgm:spPr/>
    </dgm:pt>
    <dgm:pt modelId="{E3688F8C-EC6A-4D90-9E2B-4CD426EB7C55}" type="pres">
      <dgm:prSet presAssocID="{14C5DB5F-3CFD-447F-ADC9-CF8B1B9E7047}" presName="connectorText" presStyleLbl="sibTrans2D1" presStyleIdx="0" presStyleCnt="2"/>
      <dgm:spPr/>
    </dgm:pt>
    <dgm:pt modelId="{5A43F8F3-E093-481F-A76F-6203D71E1A8B}" type="pres">
      <dgm:prSet presAssocID="{8365AE08-8594-40F3-956B-E021AAEF9087}" presName="node" presStyleLbl="node1" presStyleIdx="1" presStyleCnt="3" custScaleX="43982" custScaleY="26020">
        <dgm:presLayoutVars>
          <dgm:bulletEnabled val="1"/>
        </dgm:presLayoutVars>
      </dgm:prSet>
      <dgm:spPr/>
    </dgm:pt>
    <dgm:pt modelId="{FFE92FEF-BA66-4C38-A9A2-03C20915F77E}" type="pres">
      <dgm:prSet presAssocID="{A42E658F-490F-4353-A46D-311609AD3C09}" presName="sibTrans" presStyleLbl="sibTrans2D1" presStyleIdx="1" presStyleCnt="2" custScaleX="178557"/>
      <dgm:spPr/>
    </dgm:pt>
    <dgm:pt modelId="{69E91630-959B-4EFB-A67E-71C79932BBE9}" type="pres">
      <dgm:prSet presAssocID="{A42E658F-490F-4353-A46D-311609AD3C09}" presName="connectorText" presStyleLbl="sibTrans2D1" presStyleIdx="1" presStyleCnt="2"/>
      <dgm:spPr/>
    </dgm:pt>
    <dgm:pt modelId="{FFDAAB04-1AB4-400F-B26F-668649ED7C59}" type="pres">
      <dgm:prSet presAssocID="{BB77D3F0-9858-4979-87EB-420E9F454B41}" presName="node" presStyleLbl="node1" presStyleIdx="2" presStyleCnt="3" custScaleX="19632" custScaleY="22894">
        <dgm:presLayoutVars>
          <dgm:bulletEnabled val="1"/>
        </dgm:presLayoutVars>
      </dgm:prSet>
      <dgm:spPr/>
    </dgm:pt>
  </dgm:ptLst>
  <dgm:cxnLst>
    <dgm:cxn modelId="{3481370A-6F97-4DF3-AAC4-2F6511C99785}" type="presOf" srcId="{302AFE82-08D6-475A-B4DC-820A812A6BE3}" destId="{C294CFFA-E549-47B0-8FD2-94FC8751C701}" srcOrd="0" destOrd="0" presId="urn:microsoft.com/office/officeart/2005/8/layout/process1"/>
    <dgm:cxn modelId="{CC73E615-7CAD-4EF0-A712-10D86BEE4F60}" srcId="{5AAC971C-1A25-4BFB-9FCB-42A98A74511D}" destId="{BB77D3F0-9858-4979-87EB-420E9F454B41}" srcOrd="2" destOrd="0" parTransId="{8396CBC7-929F-4467-9635-B9B31908B80B}" sibTransId="{D6C97DBD-282A-44E5-8DFF-52CD0A59D9D6}"/>
    <dgm:cxn modelId="{1263762C-7715-4D1C-8C2B-8459F19B1A07}" type="presOf" srcId="{8365AE08-8594-40F3-956B-E021AAEF9087}" destId="{5A43F8F3-E093-481F-A76F-6203D71E1A8B}" srcOrd="0" destOrd="0" presId="urn:microsoft.com/office/officeart/2005/8/layout/process1"/>
    <dgm:cxn modelId="{7BFF99B6-EC53-4868-A32B-E9B3FD483629}" type="presOf" srcId="{14C5DB5F-3CFD-447F-ADC9-CF8B1B9E7047}" destId="{8CFAA49F-A07B-4B0C-9CA8-672084BBEEDF}" srcOrd="0" destOrd="0" presId="urn:microsoft.com/office/officeart/2005/8/layout/process1"/>
    <dgm:cxn modelId="{243FA7B7-57AC-442C-B667-354C90D77267}" srcId="{5AAC971C-1A25-4BFB-9FCB-42A98A74511D}" destId="{8365AE08-8594-40F3-956B-E021AAEF9087}" srcOrd="1" destOrd="0" parTransId="{02B8A1AA-C4AC-4C1C-8360-EEE49739CB1C}" sibTransId="{A42E658F-490F-4353-A46D-311609AD3C09}"/>
    <dgm:cxn modelId="{5F1560C7-FF74-4FFD-B2EA-EDC1E62EC3DB}" type="presOf" srcId="{A42E658F-490F-4353-A46D-311609AD3C09}" destId="{69E91630-959B-4EFB-A67E-71C79932BBE9}" srcOrd="1" destOrd="0" presId="urn:microsoft.com/office/officeart/2005/8/layout/process1"/>
    <dgm:cxn modelId="{65E5B7CD-BE39-4CB3-84BC-9F28E13788CF}" type="presOf" srcId="{A42E658F-490F-4353-A46D-311609AD3C09}" destId="{FFE92FEF-BA66-4C38-A9A2-03C20915F77E}" srcOrd="0" destOrd="0" presId="urn:microsoft.com/office/officeart/2005/8/layout/process1"/>
    <dgm:cxn modelId="{D29FC6DC-C71B-4AC3-97E1-AA1CD2501E26}" type="presOf" srcId="{14C5DB5F-3CFD-447F-ADC9-CF8B1B9E7047}" destId="{E3688F8C-EC6A-4D90-9E2B-4CD426EB7C55}" srcOrd="1" destOrd="0" presId="urn:microsoft.com/office/officeart/2005/8/layout/process1"/>
    <dgm:cxn modelId="{7B8A6DE1-4E1C-4867-B1F7-A579C08D229A}" type="presOf" srcId="{5AAC971C-1A25-4BFB-9FCB-42A98A74511D}" destId="{14AA8ABC-10EE-4B49-AAE0-DB6791DE9087}" srcOrd="0" destOrd="0" presId="urn:microsoft.com/office/officeart/2005/8/layout/process1"/>
    <dgm:cxn modelId="{DC432FF9-69F1-409F-97CC-5D8BA3D4121F}" type="presOf" srcId="{BB77D3F0-9858-4979-87EB-420E9F454B41}" destId="{FFDAAB04-1AB4-400F-B26F-668649ED7C59}" srcOrd="0" destOrd="0" presId="urn:microsoft.com/office/officeart/2005/8/layout/process1"/>
    <dgm:cxn modelId="{2EE925FD-2A35-4135-A471-C9E4B3907D19}" srcId="{5AAC971C-1A25-4BFB-9FCB-42A98A74511D}" destId="{302AFE82-08D6-475A-B4DC-820A812A6BE3}" srcOrd="0" destOrd="0" parTransId="{A911A876-5527-4EBC-B629-CBF8A24353C3}" sibTransId="{14C5DB5F-3CFD-447F-ADC9-CF8B1B9E7047}"/>
    <dgm:cxn modelId="{C0C847F9-716E-43F2-AED2-69EB0A545BF8}" type="presParOf" srcId="{14AA8ABC-10EE-4B49-AAE0-DB6791DE9087}" destId="{C294CFFA-E549-47B0-8FD2-94FC8751C701}" srcOrd="0" destOrd="0" presId="urn:microsoft.com/office/officeart/2005/8/layout/process1"/>
    <dgm:cxn modelId="{075CEF52-CFF5-4018-BEAC-4A06270F1DD8}" type="presParOf" srcId="{14AA8ABC-10EE-4B49-AAE0-DB6791DE9087}" destId="{8CFAA49F-A07B-4B0C-9CA8-672084BBEEDF}" srcOrd="1" destOrd="0" presId="urn:microsoft.com/office/officeart/2005/8/layout/process1"/>
    <dgm:cxn modelId="{6DB033C3-09F0-442F-8C64-7C18201292E7}" type="presParOf" srcId="{8CFAA49F-A07B-4B0C-9CA8-672084BBEEDF}" destId="{E3688F8C-EC6A-4D90-9E2B-4CD426EB7C55}" srcOrd="0" destOrd="0" presId="urn:microsoft.com/office/officeart/2005/8/layout/process1"/>
    <dgm:cxn modelId="{E821EF25-8233-440D-A3D0-77D0344278AD}" type="presParOf" srcId="{14AA8ABC-10EE-4B49-AAE0-DB6791DE9087}" destId="{5A43F8F3-E093-481F-A76F-6203D71E1A8B}" srcOrd="2" destOrd="0" presId="urn:microsoft.com/office/officeart/2005/8/layout/process1"/>
    <dgm:cxn modelId="{0A52137D-A6BB-4EED-B754-531C03C25AF2}" type="presParOf" srcId="{14AA8ABC-10EE-4B49-AAE0-DB6791DE9087}" destId="{FFE92FEF-BA66-4C38-A9A2-03C20915F77E}" srcOrd="3" destOrd="0" presId="urn:microsoft.com/office/officeart/2005/8/layout/process1"/>
    <dgm:cxn modelId="{CAD47085-2A59-468E-8553-FE3F97183F76}" type="presParOf" srcId="{FFE92FEF-BA66-4C38-A9A2-03C20915F77E}" destId="{69E91630-959B-4EFB-A67E-71C79932BBE9}" srcOrd="0" destOrd="0" presId="urn:microsoft.com/office/officeart/2005/8/layout/process1"/>
    <dgm:cxn modelId="{8CCB838F-A9E6-4B2E-B418-47A1AF50E559}" type="presParOf" srcId="{14AA8ABC-10EE-4B49-AAE0-DB6791DE9087}" destId="{FFDAAB04-1AB4-400F-B26F-668649ED7C59}"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94CFFA-E549-47B0-8FD2-94FC8751C701}">
      <dsp:nvSpPr>
        <dsp:cNvPr id="0" name=""/>
        <dsp:cNvSpPr/>
      </dsp:nvSpPr>
      <dsp:spPr>
        <a:xfrm>
          <a:off x="5341" y="1083177"/>
          <a:ext cx="1756312" cy="832322"/>
        </a:xfrm>
        <a:prstGeom prst="roundRect">
          <a:avLst>
            <a:gd name="adj" fmla="val 10000"/>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data</a:t>
          </a:r>
        </a:p>
      </dsp:txBody>
      <dsp:txXfrm>
        <a:off x="29719" y="1107555"/>
        <a:ext cx="1707556" cy="783566"/>
      </dsp:txXfrm>
    </dsp:sp>
    <dsp:sp modelId="{8CFAA49F-A07B-4B0C-9CA8-672084BBEEDF}">
      <dsp:nvSpPr>
        <dsp:cNvPr id="0" name=""/>
        <dsp:cNvSpPr/>
      </dsp:nvSpPr>
      <dsp:spPr>
        <a:xfrm>
          <a:off x="1882924" y="842277"/>
          <a:ext cx="1940596" cy="1314121"/>
        </a:xfrm>
        <a:prstGeom prst="rightArrow">
          <a:avLst>
            <a:gd name="adj1" fmla="val 60000"/>
            <a:gd name="adj2" fmla="val 50000"/>
          </a:avLst>
        </a:prstGeom>
        <a:solidFill>
          <a:srgbClr val="E6D5F3"/>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444750">
            <a:lnSpc>
              <a:spcPct val="90000"/>
            </a:lnSpc>
            <a:spcBef>
              <a:spcPct val="0"/>
            </a:spcBef>
            <a:spcAft>
              <a:spcPct val="35000"/>
            </a:spcAft>
            <a:buNone/>
          </a:pPr>
          <a:endParaRPr lang="en-US" sz="5500" kern="1200" dirty="0"/>
        </a:p>
      </dsp:txBody>
      <dsp:txXfrm>
        <a:off x="1882924" y="1105101"/>
        <a:ext cx="1546360" cy="788473"/>
      </dsp:txXfrm>
    </dsp:sp>
    <dsp:sp modelId="{5A43F8F3-E093-481F-A76F-6203D71E1A8B}">
      <dsp:nvSpPr>
        <dsp:cNvPr id="0" name=""/>
        <dsp:cNvSpPr/>
      </dsp:nvSpPr>
      <dsp:spPr>
        <a:xfrm>
          <a:off x="3881204" y="772891"/>
          <a:ext cx="2330551" cy="1452894"/>
        </a:xfrm>
        <a:prstGeom prst="roundRect">
          <a:avLst>
            <a:gd name="adj" fmla="val 10000"/>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visual</a:t>
          </a:r>
        </a:p>
        <a:p>
          <a:pPr marL="0" lvl="0" indent="0" algn="ctr" defTabSz="1422400">
            <a:lnSpc>
              <a:spcPct val="90000"/>
            </a:lnSpc>
            <a:spcBef>
              <a:spcPct val="0"/>
            </a:spcBef>
            <a:spcAft>
              <a:spcPct val="35000"/>
            </a:spcAft>
            <a:buNone/>
          </a:pPr>
          <a:r>
            <a:rPr lang="en-US" sz="3200" kern="1200" dirty="0"/>
            <a:t>encodings</a:t>
          </a:r>
        </a:p>
      </dsp:txBody>
      <dsp:txXfrm>
        <a:off x="3923758" y="815445"/>
        <a:ext cx="2245443" cy="1367786"/>
      </dsp:txXfrm>
    </dsp:sp>
    <dsp:sp modelId="{FFE92FEF-BA66-4C38-A9A2-03C20915F77E}">
      <dsp:nvSpPr>
        <dsp:cNvPr id="0" name=""/>
        <dsp:cNvSpPr/>
      </dsp:nvSpPr>
      <dsp:spPr>
        <a:xfrm>
          <a:off x="6300404" y="842277"/>
          <a:ext cx="2005841" cy="1314121"/>
        </a:xfrm>
        <a:prstGeom prst="rightArrow">
          <a:avLst>
            <a:gd name="adj1" fmla="val 60000"/>
            <a:gd name="adj2" fmla="val 50000"/>
          </a:avLst>
        </a:prstGeom>
        <a:solidFill>
          <a:srgbClr val="E6D5F3"/>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422400">
            <a:lnSpc>
              <a:spcPct val="90000"/>
            </a:lnSpc>
            <a:spcBef>
              <a:spcPct val="0"/>
            </a:spcBef>
            <a:spcAft>
              <a:spcPct val="35000"/>
            </a:spcAft>
            <a:buNone/>
          </a:pPr>
          <a:endParaRPr lang="en-US" sz="3200" kern="1200" dirty="0"/>
        </a:p>
      </dsp:txBody>
      <dsp:txXfrm>
        <a:off x="6300404" y="1105101"/>
        <a:ext cx="1611605" cy="788473"/>
      </dsp:txXfrm>
    </dsp:sp>
    <dsp:sp modelId="{FFDAAB04-1AB4-400F-B26F-668649ED7C59}">
      <dsp:nvSpPr>
        <dsp:cNvPr id="0" name=""/>
        <dsp:cNvSpPr/>
      </dsp:nvSpPr>
      <dsp:spPr>
        <a:xfrm>
          <a:off x="8331307" y="1118341"/>
          <a:ext cx="2178951" cy="761994"/>
        </a:xfrm>
        <a:prstGeom prst="roundRect">
          <a:avLst>
            <a:gd name="adj" fmla="val 10000"/>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graphic</a:t>
          </a:r>
        </a:p>
      </dsp:txBody>
      <dsp:txXfrm>
        <a:off x="8353625" y="1140659"/>
        <a:ext cx="2134315" cy="71735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94CFFA-E549-47B0-8FD2-94FC8751C701}">
      <dsp:nvSpPr>
        <dsp:cNvPr id="0" name=""/>
        <dsp:cNvSpPr/>
      </dsp:nvSpPr>
      <dsp:spPr>
        <a:xfrm>
          <a:off x="2903" y="1053276"/>
          <a:ext cx="1970746" cy="892124"/>
        </a:xfrm>
        <a:prstGeom prst="roundRect">
          <a:avLst>
            <a:gd name="adj" fmla="val 10000"/>
          </a:avLst>
        </a:prstGeom>
        <a:solidFill>
          <a:schemeClr val="accent1">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endParaRPr lang="en-US" sz="3800" kern="1200" dirty="0"/>
        </a:p>
      </dsp:txBody>
      <dsp:txXfrm>
        <a:off x="29032" y="1079405"/>
        <a:ext cx="1918488" cy="839866"/>
      </dsp:txXfrm>
    </dsp:sp>
    <dsp:sp modelId="{8CFAA49F-A07B-4B0C-9CA8-672084BBEEDF}">
      <dsp:nvSpPr>
        <dsp:cNvPr id="0" name=""/>
        <dsp:cNvSpPr/>
      </dsp:nvSpPr>
      <dsp:spPr>
        <a:xfrm>
          <a:off x="2109725" y="762055"/>
          <a:ext cx="2177529" cy="1474566"/>
        </a:xfrm>
        <a:prstGeom prst="rightArrow">
          <a:avLst>
            <a:gd name="adj1" fmla="val 60000"/>
            <a:gd name="adj2" fmla="val 50000"/>
          </a:avLst>
        </a:prstGeom>
        <a:solidFill>
          <a:schemeClr val="accent3">
            <a:lumMod val="20000"/>
            <a:lumOff val="8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444750">
            <a:lnSpc>
              <a:spcPct val="90000"/>
            </a:lnSpc>
            <a:spcBef>
              <a:spcPct val="0"/>
            </a:spcBef>
            <a:spcAft>
              <a:spcPct val="35000"/>
            </a:spcAft>
            <a:buNone/>
          </a:pPr>
          <a:endParaRPr lang="en-US" sz="5500" kern="1200" dirty="0"/>
        </a:p>
      </dsp:txBody>
      <dsp:txXfrm>
        <a:off x="2109725" y="1056968"/>
        <a:ext cx="1735159" cy="884740"/>
      </dsp:txXfrm>
    </dsp:sp>
    <dsp:sp modelId="{5A43F8F3-E093-481F-A76F-6203D71E1A8B}">
      <dsp:nvSpPr>
        <dsp:cNvPr id="0" name=""/>
        <dsp:cNvSpPr/>
      </dsp:nvSpPr>
      <dsp:spPr>
        <a:xfrm>
          <a:off x="4351982" y="1035206"/>
          <a:ext cx="2615096" cy="928263"/>
        </a:xfrm>
        <a:prstGeom prst="roundRect">
          <a:avLst>
            <a:gd name="adj" fmla="val 10000"/>
          </a:avLst>
        </a:prstGeom>
        <a:solidFill>
          <a:schemeClr val="accent1">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endParaRPr lang="en-US" sz="4000" kern="1200" dirty="0"/>
        </a:p>
      </dsp:txBody>
      <dsp:txXfrm>
        <a:off x="4379170" y="1062394"/>
        <a:ext cx="2560720" cy="873887"/>
      </dsp:txXfrm>
    </dsp:sp>
    <dsp:sp modelId="{FFE92FEF-BA66-4C38-A9A2-03C20915F77E}">
      <dsp:nvSpPr>
        <dsp:cNvPr id="0" name=""/>
        <dsp:cNvSpPr/>
      </dsp:nvSpPr>
      <dsp:spPr>
        <a:xfrm>
          <a:off x="7066549" y="762055"/>
          <a:ext cx="2250740" cy="1474566"/>
        </a:xfrm>
        <a:prstGeom prst="rightArrow">
          <a:avLst>
            <a:gd name="adj1" fmla="val 60000"/>
            <a:gd name="adj2" fmla="val 50000"/>
          </a:avLst>
        </a:prstGeom>
        <a:solidFill>
          <a:srgbClr val="7030A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422400">
            <a:lnSpc>
              <a:spcPct val="90000"/>
            </a:lnSpc>
            <a:spcBef>
              <a:spcPct val="0"/>
            </a:spcBef>
            <a:spcAft>
              <a:spcPct val="35000"/>
            </a:spcAft>
            <a:buNone/>
          </a:pPr>
          <a:r>
            <a:rPr lang="en-US" sz="3200" kern="1200" dirty="0"/>
            <a:t>Assemble</a:t>
          </a:r>
        </a:p>
      </dsp:txBody>
      <dsp:txXfrm>
        <a:off x="7066549" y="1056968"/>
        <a:ext cx="1808370" cy="884740"/>
      </dsp:txXfrm>
    </dsp:sp>
    <dsp:sp modelId="{FFDAAB04-1AB4-400F-B26F-668649ED7C59}">
      <dsp:nvSpPr>
        <dsp:cNvPr id="0" name=""/>
        <dsp:cNvSpPr/>
      </dsp:nvSpPr>
      <dsp:spPr>
        <a:xfrm>
          <a:off x="9345411" y="1090966"/>
          <a:ext cx="1167285" cy="816743"/>
        </a:xfrm>
        <a:prstGeom prst="roundRect">
          <a:avLst>
            <a:gd name="adj" fmla="val 10000"/>
          </a:avLst>
        </a:prstGeom>
        <a:solidFill>
          <a:schemeClr val="accent1">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endParaRPr lang="en-US" sz="3500" kern="1200" dirty="0"/>
        </a:p>
      </dsp:txBody>
      <dsp:txXfrm>
        <a:off x="9369333" y="1114888"/>
        <a:ext cx="1119441" cy="76889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94CFFA-E549-47B0-8FD2-94FC8751C701}">
      <dsp:nvSpPr>
        <dsp:cNvPr id="0" name=""/>
        <dsp:cNvSpPr/>
      </dsp:nvSpPr>
      <dsp:spPr>
        <a:xfrm>
          <a:off x="2903" y="1053276"/>
          <a:ext cx="1970746" cy="892124"/>
        </a:xfrm>
        <a:prstGeom prst="roundRect">
          <a:avLst>
            <a:gd name="adj" fmla="val 10000"/>
          </a:avLst>
        </a:prstGeom>
        <a:solidFill>
          <a:schemeClr val="accent1">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endParaRPr lang="en-US" sz="3800" kern="1200" dirty="0"/>
        </a:p>
      </dsp:txBody>
      <dsp:txXfrm>
        <a:off x="29032" y="1079405"/>
        <a:ext cx="1918488" cy="839866"/>
      </dsp:txXfrm>
    </dsp:sp>
    <dsp:sp modelId="{8CFAA49F-A07B-4B0C-9CA8-672084BBEEDF}">
      <dsp:nvSpPr>
        <dsp:cNvPr id="0" name=""/>
        <dsp:cNvSpPr/>
      </dsp:nvSpPr>
      <dsp:spPr>
        <a:xfrm>
          <a:off x="2109725" y="762055"/>
          <a:ext cx="2177529" cy="1474566"/>
        </a:xfrm>
        <a:prstGeom prst="rightArrow">
          <a:avLst>
            <a:gd name="adj1" fmla="val 60000"/>
            <a:gd name="adj2" fmla="val 50000"/>
          </a:avLst>
        </a:prstGeom>
        <a:solidFill>
          <a:schemeClr val="accent3">
            <a:lumMod val="20000"/>
            <a:lumOff val="8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444750">
            <a:lnSpc>
              <a:spcPct val="90000"/>
            </a:lnSpc>
            <a:spcBef>
              <a:spcPct val="0"/>
            </a:spcBef>
            <a:spcAft>
              <a:spcPct val="35000"/>
            </a:spcAft>
            <a:buNone/>
          </a:pPr>
          <a:endParaRPr lang="en-US" sz="5500" kern="1200" dirty="0"/>
        </a:p>
      </dsp:txBody>
      <dsp:txXfrm>
        <a:off x="2109725" y="1056968"/>
        <a:ext cx="1735159" cy="884740"/>
      </dsp:txXfrm>
    </dsp:sp>
    <dsp:sp modelId="{5A43F8F3-E093-481F-A76F-6203D71E1A8B}">
      <dsp:nvSpPr>
        <dsp:cNvPr id="0" name=""/>
        <dsp:cNvSpPr/>
      </dsp:nvSpPr>
      <dsp:spPr>
        <a:xfrm>
          <a:off x="4351982" y="1035206"/>
          <a:ext cx="2615096" cy="928263"/>
        </a:xfrm>
        <a:prstGeom prst="roundRect">
          <a:avLst>
            <a:gd name="adj" fmla="val 10000"/>
          </a:avLst>
        </a:prstGeom>
        <a:solidFill>
          <a:schemeClr val="accent1">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endParaRPr lang="en-US" sz="4000" kern="1200" dirty="0"/>
        </a:p>
      </dsp:txBody>
      <dsp:txXfrm>
        <a:off x="4379170" y="1062394"/>
        <a:ext cx="2560720" cy="873887"/>
      </dsp:txXfrm>
    </dsp:sp>
    <dsp:sp modelId="{FFE92FEF-BA66-4C38-A9A2-03C20915F77E}">
      <dsp:nvSpPr>
        <dsp:cNvPr id="0" name=""/>
        <dsp:cNvSpPr/>
      </dsp:nvSpPr>
      <dsp:spPr>
        <a:xfrm>
          <a:off x="7066549" y="762055"/>
          <a:ext cx="2250740" cy="1474566"/>
        </a:xfrm>
        <a:prstGeom prst="rightArrow">
          <a:avLst>
            <a:gd name="adj1" fmla="val 60000"/>
            <a:gd name="adj2" fmla="val 50000"/>
          </a:avLst>
        </a:prstGeom>
        <a:solidFill>
          <a:srgbClr val="7030A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422400">
            <a:lnSpc>
              <a:spcPct val="90000"/>
            </a:lnSpc>
            <a:spcBef>
              <a:spcPct val="0"/>
            </a:spcBef>
            <a:spcAft>
              <a:spcPct val="35000"/>
            </a:spcAft>
            <a:buNone/>
          </a:pPr>
          <a:r>
            <a:rPr lang="en-US" sz="3200" kern="1200" dirty="0"/>
            <a:t>Assemble</a:t>
          </a:r>
        </a:p>
      </dsp:txBody>
      <dsp:txXfrm>
        <a:off x="7066549" y="1056968"/>
        <a:ext cx="1808370" cy="884740"/>
      </dsp:txXfrm>
    </dsp:sp>
    <dsp:sp modelId="{FFDAAB04-1AB4-400F-B26F-668649ED7C59}">
      <dsp:nvSpPr>
        <dsp:cNvPr id="0" name=""/>
        <dsp:cNvSpPr/>
      </dsp:nvSpPr>
      <dsp:spPr>
        <a:xfrm>
          <a:off x="9345411" y="1090966"/>
          <a:ext cx="1167285" cy="816743"/>
        </a:xfrm>
        <a:prstGeom prst="roundRect">
          <a:avLst>
            <a:gd name="adj" fmla="val 10000"/>
          </a:avLst>
        </a:prstGeom>
        <a:solidFill>
          <a:schemeClr val="accent1">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endParaRPr lang="en-US" sz="3500" kern="1200" dirty="0"/>
        </a:p>
      </dsp:txBody>
      <dsp:txXfrm>
        <a:off x="9369333" y="1114888"/>
        <a:ext cx="1119441" cy="76889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94CFFA-E549-47B0-8FD2-94FC8751C701}">
      <dsp:nvSpPr>
        <dsp:cNvPr id="0" name=""/>
        <dsp:cNvSpPr/>
      </dsp:nvSpPr>
      <dsp:spPr>
        <a:xfrm>
          <a:off x="1786" y="1091796"/>
          <a:ext cx="1800560" cy="815084"/>
        </a:xfrm>
        <a:prstGeom prst="roundRect">
          <a:avLst>
            <a:gd name="adj" fmla="val 10000"/>
          </a:avLst>
        </a:prstGeom>
        <a:solidFill>
          <a:schemeClr val="accent1">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Data</a:t>
          </a:r>
        </a:p>
      </dsp:txBody>
      <dsp:txXfrm>
        <a:off x="25659" y="1115669"/>
        <a:ext cx="1752814" cy="767338"/>
      </dsp:txXfrm>
    </dsp:sp>
    <dsp:sp modelId="{8CFAA49F-A07B-4B0C-9CA8-672084BBEEDF}">
      <dsp:nvSpPr>
        <dsp:cNvPr id="0" name=""/>
        <dsp:cNvSpPr/>
      </dsp:nvSpPr>
      <dsp:spPr>
        <a:xfrm>
          <a:off x="1926673" y="825723"/>
          <a:ext cx="1989487" cy="1347229"/>
        </a:xfrm>
        <a:prstGeom prst="rightArrow">
          <a:avLst>
            <a:gd name="adj1" fmla="val 60000"/>
            <a:gd name="adj2" fmla="val 50000"/>
          </a:avLst>
        </a:prstGeom>
        <a:solidFill>
          <a:schemeClr val="accent3">
            <a:lumMod val="20000"/>
            <a:lumOff val="8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444750">
            <a:lnSpc>
              <a:spcPct val="90000"/>
            </a:lnSpc>
            <a:spcBef>
              <a:spcPct val="0"/>
            </a:spcBef>
            <a:spcAft>
              <a:spcPct val="35000"/>
            </a:spcAft>
            <a:buNone/>
          </a:pPr>
          <a:endParaRPr lang="en-US" sz="5500" kern="1200" dirty="0"/>
        </a:p>
      </dsp:txBody>
      <dsp:txXfrm>
        <a:off x="1926673" y="1095169"/>
        <a:ext cx="1585318" cy="808337"/>
      </dsp:txXfrm>
    </dsp:sp>
    <dsp:sp modelId="{5A43F8F3-E093-481F-A76F-6203D71E1A8B}">
      <dsp:nvSpPr>
        <dsp:cNvPr id="0" name=""/>
        <dsp:cNvSpPr/>
      </dsp:nvSpPr>
      <dsp:spPr>
        <a:xfrm>
          <a:off x="3975297" y="1075287"/>
          <a:ext cx="2389267" cy="848102"/>
        </a:xfrm>
        <a:prstGeom prst="roundRect">
          <a:avLst>
            <a:gd name="adj" fmla="val 10000"/>
          </a:avLst>
        </a:prstGeom>
        <a:solidFill>
          <a:schemeClr val="accent1">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endParaRPr lang="en-US" sz="3700" kern="1200" dirty="0"/>
        </a:p>
      </dsp:txBody>
      <dsp:txXfrm>
        <a:off x="4000137" y="1100127"/>
        <a:ext cx="2339587" cy="798422"/>
      </dsp:txXfrm>
    </dsp:sp>
    <dsp:sp modelId="{FFE92FEF-BA66-4C38-A9A2-03C20915F77E}">
      <dsp:nvSpPr>
        <dsp:cNvPr id="0" name=""/>
        <dsp:cNvSpPr/>
      </dsp:nvSpPr>
      <dsp:spPr>
        <a:xfrm>
          <a:off x="6455446" y="825723"/>
          <a:ext cx="2056375" cy="1347229"/>
        </a:xfrm>
        <a:prstGeom prst="rightArrow">
          <a:avLst>
            <a:gd name="adj1" fmla="val 60000"/>
            <a:gd name="adj2" fmla="val 50000"/>
          </a:avLst>
        </a:prstGeom>
        <a:solidFill>
          <a:srgbClr val="E6D5F3"/>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422400">
            <a:lnSpc>
              <a:spcPct val="90000"/>
            </a:lnSpc>
            <a:spcBef>
              <a:spcPct val="0"/>
            </a:spcBef>
            <a:spcAft>
              <a:spcPct val="35000"/>
            </a:spcAft>
            <a:buNone/>
          </a:pPr>
          <a:endParaRPr lang="en-US" sz="3200" kern="1200" dirty="0"/>
        </a:p>
      </dsp:txBody>
      <dsp:txXfrm>
        <a:off x="6455446" y="1095169"/>
        <a:ext cx="1652206" cy="808337"/>
      </dsp:txXfrm>
    </dsp:sp>
    <dsp:sp modelId="{FFDAAB04-1AB4-400F-B26F-668649ED7C59}">
      <dsp:nvSpPr>
        <dsp:cNvPr id="0" name=""/>
        <dsp:cNvSpPr/>
      </dsp:nvSpPr>
      <dsp:spPr>
        <a:xfrm>
          <a:off x="8537515" y="995578"/>
          <a:ext cx="1976298" cy="1007520"/>
        </a:xfrm>
        <a:prstGeom prst="roundRect">
          <a:avLst>
            <a:gd name="adj" fmla="val 10000"/>
          </a:avLst>
        </a:prstGeom>
        <a:solidFill>
          <a:schemeClr val="accent1">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Graphic</a:t>
          </a:r>
        </a:p>
      </dsp:txBody>
      <dsp:txXfrm>
        <a:off x="8567024" y="1025087"/>
        <a:ext cx="1917280" cy="94850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94CFFA-E549-47B0-8FD2-94FC8751C701}">
      <dsp:nvSpPr>
        <dsp:cNvPr id="0" name=""/>
        <dsp:cNvSpPr/>
      </dsp:nvSpPr>
      <dsp:spPr>
        <a:xfrm>
          <a:off x="1083" y="1085596"/>
          <a:ext cx="1746101" cy="827483"/>
        </a:xfrm>
        <a:prstGeom prst="roundRect">
          <a:avLst>
            <a:gd name="adj" fmla="val 10000"/>
          </a:avLst>
        </a:prstGeom>
        <a:solidFill>
          <a:schemeClr val="accent1">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Data</a:t>
          </a:r>
        </a:p>
      </dsp:txBody>
      <dsp:txXfrm>
        <a:off x="25319" y="1109832"/>
        <a:ext cx="1697629" cy="779011"/>
      </dsp:txXfrm>
    </dsp:sp>
    <dsp:sp modelId="{8CFAA49F-A07B-4B0C-9CA8-672084BBEEDF}">
      <dsp:nvSpPr>
        <dsp:cNvPr id="0" name=""/>
        <dsp:cNvSpPr/>
      </dsp:nvSpPr>
      <dsp:spPr>
        <a:xfrm>
          <a:off x="1867750" y="846097"/>
          <a:ext cx="1929313" cy="1306481"/>
        </a:xfrm>
        <a:prstGeom prst="rightArrow">
          <a:avLst>
            <a:gd name="adj1" fmla="val 60000"/>
            <a:gd name="adj2" fmla="val 50000"/>
          </a:avLst>
        </a:prstGeom>
        <a:solidFill>
          <a:schemeClr val="accent3">
            <a:lumMod val="20000"/>
            <a:lumOff val="8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444750">
            <a:lnSpc>
              <a:spcPct val="90000"/>
            </a:lnSpc>
            <a:spcBef>
              <a:spcPct val="0"/>
            </a:spcBef>
            <a:spcAft>
              <a:spcPct val="35000"/>
            </a:spcAft>
            <a:buNone/>
          </a:pPr>
          <a:endParaRPr lang="en-US" sz="5500" kern="1200" dirty="0"/>
        </a:p>
      </dsp:txBody>
      <dsp:txXfrm>
        <a:off x="1867750" y="1107393"/>
        <a:ext cx="1537369" cy="783889"/>
      </dsp:txXfrm>
    </dsp:sp>
    <dsp:sp modelId="{5A43F8F3-E093-481F-A76F-6203D71E1A8B}">
      <dsp:nvSpPr>
        <dsp:cNvPr id="0" name=""/>
        <dsp:cNvSpPr/>
      </dsp:nvSpPr>
      <dsp:spPr>
        <a:xfrm>
          <a:off x="3854412" y="1068836"/>
          <a:ext cx="2317002" cy="861003"/>
        </a:xfrm>
        <a:prstGeom prst="roundRect">
          <a:avLst>
            <a:gd name="adj" fmla="val 10000"/>
          </a:avLst>
        </a:prstGeom>
        <a:solidFill>
          <a:schemeClr val="accent1">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Visual</a:t>
          </a:r>
        </a:p>
      </dsp:txBody>
      <dsp:txXfrm>
        <a:off x="3879630" y="1094054"/>
        <a:ext cx="2266566" cy="810567"/>
      </dsp:txXfrm>
    </dsp:sp>
    <dsp:sp modelId="{FFE92FEF-BA66-4C38-A9A2-03C20915F77E}">
      <dsp:nvSpPr>
        <dsp:cNvPr id="0" name=""/>
        <dsp:cNvSpPr/>
      </dsp:nvSpPr>
      <dsp:spPr>
        <a:xfrm>
          <a:off x="6259547" y="846097"/>
          <a:ext cx="1994179" cy="1306481"/>
        </a:xfrm>
        <a:prstGeom prst="rightArrow">
          <a:avLst>
            <a:gd name="adj1" fmla="val 60000"/>
            <a:gd name="adj2" fmla="val 50000"/>
          </a:avLst>
        </a:prstGeom>
        <a:solidFill>
          <a:srgbClr val="7030A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422400">
            <a:lnSpc>
              <a:spcPct val="90000"/>
            </a:lnSpc>
            <a:spcBef>
              <a:spcPct val="0"/>
            </a:spcBef>
            <a:spcAft>
              <a:spcPct val="35000"/>
            </a:spcAft>
            <a:buNone/>
          </a:pPr>
          <a:r>
            <a:rPr lang="en-US" sz="3200" kern="1200" dirty="0"/>
            <a:t>Assemble</a:t>
          </a:r>
        </a:p>
      </dsp:txBody>
      <dsp:txXfrm>
        <a:off x="6259547" y="1107393"/>
        <a:ext cx="1602235" cy="783889"/>
      </dsp:txXfrm>
    </dsp:sp>
    <dsp:sp modelId="{FFDAAB04-1AB4-400F-B26F-668649ED7C59}">
      <dsp:nvSpPr>
        <dsp:cNvPr id="0" name=""/>
        <dsp:cNvSpPr/>
      </dsp:nvSpPr>
      <dsp:spPr>
        <a:xfrm>
          <a:off x="8278642" y="1120556"/>
          <a:ext cx="2235873" cy="757563"/>
        </a:xfrm>
        <a:prstGeom prst="roundRect">
          <a:avLst>
            <a:gd name="adj" fmla="val 10000"/>
          </a:avLst>
        </a:prstGeom>
        <a:solidFill>
          <a:schemeClr val="accent1">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Graphic</a:t>
          </a:r>
        </a:p>
      </dsp:txBody>
      <dsp:txXfrm>
        <a:off x="8300830" y="1142744"/>
        <a:ext cx="2191497" cy="71318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94CFFA-E549-47B0-8FD2-94FC8751C701}">
      <dsp:nvSpPr>
        <dsp:cNvPr id="0" name=""/>
        <dsp:cNvSpPr/>
      </dsp:nvSpPr>
      <dsp:spPr>
        <a:xfrm>
          <a:off x="2903" y="1053276"/>
          <a:ext cx="1970746" cy="892124"/>
        </a:xfrm>
        <a:prstGeom prst="roundRect">
          <a:avLst>
            <a:gd name="adj" fmla="val 10000"/>
          </a:avLst>
        </a:prstGeom>
        <a:solidFill>
          <a:schemeClr val="accent1">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endParaRPr lang="en-US" sz="3800" kern="1200" dirty="0"/>
        </a:p>
      </dsp:txBody>
      <dsp:txXfrm>
        <a:off x="29032" y="1079405"/>
        <a:ext cx="1918488" cy="839866"/>
      </dsp:txXfrm>
    </dsp:sp>
    <dsp:sp modelId="{8CFAA49F-A07B-4B0C-9CA8-672084BBEEDF}">
      <dsp:nvSpPr>
        <dsp:cNvPr id="0" name=""/>
        <dsp:cNvSpPr/>
      </dsp:nvSpPr>
      <dsp:spPr>
        <a:xfrm>
          <a:off x="2109725" y="762055"/>
          <a:ext cx="2177529" cy="1474566"/>
        </a:xfrm>
        <a:prstGeom prst="rightArrow">
          <a:avLst>
            <a:gd name="adj1" fmla="val 60000"/>
            <a:gd name="adj2" fmla="val 50000"/>
          </a:avLst>
        </a:prstGeom>
        <a:solidFill>
          <a:schemeClr val="accent3">
            <a:lumMod val="20000"/>
            <a:lumOff val="8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444750">
            <a:lnSpc>
              <a:spcPct val="90000"/>
            </a:lnSpc>
            <a:spcBef>
              <a:spcPct val="0"/>
            </a:spcBef>
            <a:spcAft>
              <a:spcPct val="35000"/>
            </a:spcAft>
            <a:buNone/>
          </a:pPr>
          <a:endParaRPr lang="en-US" sz="5500" kern="1200" dirty="0"/>
        </a:p>
      </dsp:txBody>
      <dsp:txXfrm>
        <a:off x="2109725" y="1056968"/>
        <a:ext cx="1735159" cy="884740"/>
      </dsp:txXfrm>
    </dsp:sp>
    <dsp:sp modelId="{5A43F8F3-E093-481F-A76F-6203D71E1A8B}">
      <dsp:nvSpPr>
        <dsp:cNvPr id="0" name=""/>
        <dsp:cNvSpPr/>
      </dsp:nvSpPr>
      <dsp:spPr>
        <a:xfrm>
          <a:off x="4351982" y="1035206"/>
          <a:ext cx="2615096" cy="928263"/>
        </a:xfrm>
        <a:prstGeom prst="roundRect">
          <a:avLst>
            <a:gd name="adj" fmla="val 10000"/>
          </a:avLst>
        </a:prstGeom>
        <a:solidFill>
          <a:schemeClr val="accent1">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endParaRPr lang="en-US" sz="4000" kern="1200" dirty="0"/>
        </a:p>
      </dsp:txBody>
      <dsp:txXfrm>
        <a:off x="4379170" y="1062394"/>
        <a:ext cx="2560720" cy="873887"/>
      </dsp:txXfrm>
    </dsp:sp>
    <dsp:sp modelId="{FFE92FEF-BA66-4C38-A9A2-03C20915F77E}">
      <dsp:nvSpPr>
        <dsp:cNvPr id="0" name=""/>
        <dsp:cNvSpPr/>
      </dsp:nvSpPr>
      <dsp:spPr>
        <a:xfrm>
          <a:off x="7066549" y="762055"/>
          <a:ext cx="2250740" cy="1474566"/>
        </a:xfrm>
        <a:prstGeom prst="rightArrow">
          <a:avLst>
            <a:gd name="adj1" fmla="val 60000"/>
            <a:gd name="adj2" fmla="val 50000"/>
          </a:avLst>
        </a:prstGeom>
        <a:solidFill>
          <a:srgbClr val="7030A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422400">
            <a:lnSpc>
              <a:spcPct val="90000"/>
            </a:lnSpc>
            <a:spcBef>
              <a:spcPct val="0"/>
            </a:spcBef>
            <a:spcAft>
              <a:spcPct val="35000"/>
            </a:spcAft>
            <a:buNone/>
          </a:pPr>
          <a:r>
            <a:rPr lang="en-US" sz="3200" kern="1200" dirty="0"/>
            <a:t>Assemble</a:t>
          </a:r>
        </a:p>
      </dsp:txBody>
      <dsp:txXfrm>
        <a:off x="7066549" y="1056968"/>
        <a:ext cx="1808370" cy="884740"/>
      </dsp:txXfrm>
    </dsp:sp>
    <dsp:sp modelId="{FFDAAB04-1AB4-400F-B26F-668649ED7C59}">
      <dsp:nvSpPr>
        <dsp:cNvPr id="0" name=""/>
        <dsp:cNvSpPr/>
      </dsp:nvSpPr>
      <dsp:spPr>
        <a:xfrm>
          <a:off x="9345411" y="1090966"/>
          <a:ext cx="1167285" cy="816743"/>
        </a:xfrm>
        <a:prstGeom prst="roundRect">
          <a:avLst>
            <a:gd name="adj" fmla="val 10000"/>
          </a:avLst>
        </a:prstGeom>
        <a:solidFill>
          <a:schemeClr val="accent1">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endParaRPr lang="en-US" sz="3500" kern="1200" dirty="0"/>
        </a:p>
      </dsp:txBody>
      <dsp:txXfrm>
        <a:off x="9369333" y="1114888"/>
        <a:ext cx="1119441" cy="768899"/>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D44B09-AABF-469B-85A0-8C605BF00772}" type="datetimeFigureOut">
              <a:rPr lang="en-US" smtClean="0"/>
              <a:t>7/8/2021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CB9146-0B4E-4A79-A066-237D375AC2E3}" type="slidenum">
              <a:rPr lang="en-US" smtClean="0"/>
              <a:t>‹#›</a:t>
            </a:fld>
            <a:endParaRPr lang="en-US"/>
          </a:p>
        </p:txBody>
      </p:sp>
    </p:spTree>
    <p:extLst>
      <p:ext uri="{BB962C8B-B14F-4D97-AF65-F5344CB8AC3E}">
        <p14:creationId xmlns:p14="http://schemas.microsoft.com/office/powerpoint/2010/main" val="13289288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go from data to graphic? Here, we drill down to a single data point and its equivalent graphic</a:t>
            </a:r>
          </a:p>
        </p:txBody>
      </p:sp>
      <p:sp>
        <p:nvSpPr>
          <p:cNvPr id="4" name="Slide Number Placeholder 3"/>
          <p:cNvSpPr>
            <a:spLocks noGrp="1"/>
          </p:cNvSpPr>
          <p:nvPr>
            <p:ph type="sldNum" sz="quarter" idx="5"/>
          </p:nvPr>
        </p:nvSpPr>
        <p:spPr/>
        <p:txBody>
          <a:bodyPr/>
          <a:lstStyle/>
          <a:p>
            <a:fld id="{79CB9146-0B4E-4A79-A066-237D375AC2E3}" type="slidenum">
              <a:rPr lang="en-US" smtClean="0"/>
              <a:t>27</a:t>
            </a:fld>
            <a:endParaRPr lang="en-US"/>
          </a:p>
        </p:txBody>
      </p:sp>
    </p:spTree>
    <p:extLst>
      <p:ext uri="{BB962C8B-B14F-4D97-AF65-F5344CB8AC3E}">
        <p14:creationId xmlns:p14="http://schemas.microsoft.com/office/powerpoint/2010/main" val="1312115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model the data and graphic using fiber bundles. Fiber bundles are </a:t>
            </a:r>
            <a:r>
              <a:rPr lang="en-US" dirty="0" err="1"/>
              <a:t>topolological</a:t>
            </a:r>
            <a:r>
              <a:rPr lang="en-US" dirty="0"/>
              <a:t> structures that allow us to encode the schema as the fiber, the continuity as the base space of the bundle, and binding maps between the two as sections</a:t>
            </a:r>
          </a:p>
        </p:txBody>
      </p:sp>
      <p:sp>
        <p:nvSpPr>
          <p:cNvPr id="4" name="Slide Number Placeholder 3"/>
          <p:cNvSpPr>
            <a:spLocks noGrp="1"/>
          </p:cNvSpPr>
          <p:nvPr>
            <p:ph type="sldNum" sz="quarter" idx="5"/>
          </p:nvPr>
        </p:nvSpPr>
        <p:spPr/>
        <p:txBody>
          <a:bodyPr/>
          <a:lstStyle/>
          <a:p>
            <a:fld id="{79CB9146-0B4E-4A79-A066-237D375AC2E3}" type="slidenum">
              <a:rPr lang="en-US" smtClean="0"/>
              <a:t>28</a:t>
            </a:fld>
            <a:endParaRPr lang="en-US"/>
          </a:p>
        </p:txBody>
      </p:sp>
    </p:spTree>
    <p:extLst>
      <p:ext uri="{BB962C8B-B14F-4D97-AF65-F5344CB8AC3E}">
        <p14:creationId xmlns:p14="http://schemas.microsoft.com/office/powerpoint/2010/main" val="39580175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get from data to graphic, are architecture separates visual encodings into a stand alone intermediate bundle</a:t>
            </a:r>
          </a:p>
        </p:txBody>
      </p:sp>
      <p:sp>
        <p:nvSpPr>
          <p:cNvPr id="4" name="Slide Number Placeholder 3"/>
          <p:cNvSpPr>
            <a:spLocks noGrp="1"/>
          </p:cNvSpPr>
          <p:nvPr>
            <p:ph type="sldNum" sz="quarter" idx="5"/>
          </p:nvPr>
        </p:nvSpPr>
        <p:spPr/>
        <p:txBody>
          <a:bodyPr/>
          <a:lstStyle/>
          <a:p>
            <a:fld id="{79CB9146-0B4E-4A79-A066-237D375AC2E3}" type="slidenum">
              <a:rPr lang="en-US" smtClean="0"/>
              <a:t>29</a:t>
            </a:fld>
            <a:endParaRPr lang="en-US"/>
          </a:p>
        </p:txBody>
      </p:sp>
    </p:spTree>
    <p:extLst>
      <p:ext uri="{BB962C8B-B14F-4D97-AF65-F5344CB8AC3E}">
        <p14:creationId xmlns:p14="http://schemas.microsoft.com/office/powerpoint/2010/main" val="18024657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then model the data to graphic transformation as the set of maps between bundles. As shown here, these maps act on sections, which means that every field in the data point is included in the visual encoding and assembly into visual element stages. Components that map  graphic to data, such as many </a:t>
            </a:r>
            <a:r>
              <a:rPr lang="en-US" dirty="0" err="1"/>
              <a:t>interactiions</a:t>
            </a:r>
            <a:r>
              <a:rPr lang="en-US" dirty="0"/>
              <a:t>, are constrained such that the have to preserve the location of every point k relative to the other points in the map</a:t>
            </a:r>
          </a:p>
        </p:txBody>
      </p:sp>
      <p:sp>
        <p:nvSpPr>
          <p:cNvPr id="4" name="Slide Number Placeholder 3"/>
          <p:cNvSpPr>
            <a:spLocks noGrp="1"/>
          </p:cNvSpPr>
          <p:nvPr>
            <p:ph type="sldNum" sz="quarter" idx="5"/>
          </p:nvPr>
        </p:nvSpPr>
        <p:spPr/>
        <p:txBody>
          <a:bodyPr/>
          <a:lstStyle/>
          <a:p>
            <a:fld id="{79CB9146-0B4E-4A79-A066-237D375AC2E3}" type="slidenum">
              <a:rPr lang="en-US" smtClean="0"/>
              <a:t>30</a:t>
            </a:fld>
            <a:endParaRPr lang="en-US"/>
          </a:p>
        </p:txBody>
      </p:sp>
    </p:spTree>
    <p:extLst>
      <p:ext uri="{BB962C8B-B14F-4D97-AF65-F5344CB8AC3E}">
        <p14:creationId xmlns:p14="http://schemas.microsoft.com/office/powerpoint/2010/main" val="34168227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data point takes up a region in screen space, so the visual encoding for the data is mapped over the whole region S and then assembled into the visual element.</a:t>
            </a:r>
          </a:p>
        </p:txBody>
      </p:sp>
      <p:sp>
        <p:nvSpPr>
          <p:cNvPr id="4" name="Slide Number Placeholder 3"/>
          <p:cNvSpPr>
            <a:spLocks noGrp="1"/>
          </p:cNvSpPr>
          <p:nvPr>
            <p:ph type="sldNum" sz="quarter" idx="5"/>
          </p:nvPr>
        </p:nvSpPr>
        <p:spPr/>
        <p:txBody>
          <a:bodyPr/>
          <a:lstStyle/>
          <a:p>
            <a:fld id="{79CB9146-0B4E-4A79-A066-237D375AC2E3}" type="slidenum">
              <a:rPr lang="en-US" smtClean="0"/>
              <a:t>31</a:t>
            </a:fld>
            <a:endParaRPr lang="en-US"/>
          </a:p>
        </p:txBody>
      </p:sp>
    </p:spTree>
    <p:extLst>
      <p:ext uri="{BB962C8B-B14F-4D97-AF65-F5344CB8AC3E}">
        <p14:creationId xmlns:p14="http://schemas.microsoft.com/office/powerpoint/2010/main" val="394950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65959-7B38-46F9-B813-28C8E5F2ED5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C9CA090-EAD2-46F7-BF8C-C816CD99FF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D5E5B1F-B672-4A8A-84C5-1DA788730C42}"/>
              </a:ext>
            </a:extLst>
          </p:cNvPr>
          <p:cNvSpPr>
            <a:spLocks noGrp="1"/>
          </p:cNvSpPr>
          <p:nvPr>
            <p:ph type="dt" sz="half" idx="10"/>
          </p:nvPr>
        </p:nvSpPr>
        <p:spPr/>
        <p:txBody>
          <a:bodyPr/>
          <a:lstStyle/>
          <a:p>
            <a:fld id="{643E6671-CB4B-433F-A30B-AEAEAE894B3A}" type="datetimeFigureOut">
              <a:rPr lang="en-US" smtClean="0"/>
              <a:t>7/8/2021</a:t>
            </a:fld>
            <a:endParaRPr lang="en-US"/>
          </a:p>
        </p:txBody>
      </p:sp>
      <p:sp>
        <p:nvSpPr>
          <p:cNvPr id="5" name="Footer Placeholder 4">
            <a:extLst>
              <a:ext uri="{FF2B5EF4-FFF2-40B4-BE49-F238E27FC236}">
                <a16:creationId xmlns:a16="http://schemas.microsoft.com/office/drawing/2014/main" id="{F9A532F1-5AAB-4693-B8CD-A463E2B061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E36840-BF47-480D-9AFE-D49185F759F6}"/>
              </a:ext>
            </a:extLst>
          </p:cNvPr>
          <p:cNvSpPr>
            <a:spLocks noGrp="1"/>
          </p:cNvSpPr>
          <p:nvPr>
            <p:ph type="sldNum" sz="quarter" idx="12"/>
          </p:nvPr>
        </p:nvSpPr>
        <p:spPr/>
        <p:txBody>
          <a:bodyPr/>
          <a:lstStyle/>
          <a:p>
            <a:fld id="{99257803-A7AC-424D-B0F8-274D8491C6DA}" type="slidenum">
              <a:rPr lang="en-US" smtClean="0"/>
              <a:t>‹#›</a:t>
            </a:fld>
            <a:endParaRPr lang="en-US"/>
          </a:p>
        </p:txBody>
      </p:sp>
    </p:spTree>
    <p:extLst>
      <p:ext uri="{BB962C8B-B14F-4D97-AF65-F5344CB8AC3E}">
        <p14:creationId xmlns:p14="http://schemas.microsoft.com/office/powerpoint/2010/main" val="1359098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83C05-BD27-4D95-965C-BCF2586AE5B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A078AD3-E212-4168-B7F4-D9EDCE9AE0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248DB6-3ACC-4AD4-A1F7-A2F8D7B6B9DE}"/>
              </a:ext>
            </a:extLst>
          </p:cNvPr>
          <p:cNvSpPr>
            <a:spLocks noGrp="1"/>
          </p:cNvSpPr>
          <p:nvPr>
            <p:ph type="dt" sz="half" idx="10"/>
          </p:nvPr>
        </p:nvSpPr>
        <p:spPr/>
        <p:txBody>
          <a:bodyPr/>
          <a:lstStyle/>
          <a:p>
            <a:fld id="{643E6671-CB4B-433F-A30B-AEAEAE894B3A}" type="datetimeFigureOut">
              <a:rPr lang="en-US" smtClean="0"/>
              <a:t>7/8/2021</a:t>
            </a:fld>
            <a:endParaRPr lang="en-US"/>
          </a:p>
        </p:txBody>
      </p:sp>
      <p:sp>
        <p:nvSpPr>
          <p:cNvPr id="5" name="Footer Placeholder 4">
            <a:extLst>
              <a:ext uri="{FF2B5EF4-FFF2-40B4-BE49-F238E27FC236}">
                <a16:creationId xmlns:a16="http://schemas.microsoft.com/office/drawing/2014/main" id="{E55D7EB5-3FA3-41BC-84FB-F3D254A9D3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CE6857-05A0-43BB-AA43-27F7AB26C305}"/>
              </a:ext>
            </a:extLst>
          </p:cNvPr>
          <p:cNvSpPr>
            <a:spLocks noGrp="1"/>
          </p:cNvSpPr>
          <p:nvPr>
            <p:ph type="sldNum" sz="quarter" idx="12"/>
          </p:nvPr>
        </p:nvSpPr>
        <p:spPr/>
        <p:txBody>
          <a:bodyPr/>
          <a:lstStyle/>
          <a:p>
            <a:fld id="{99257803-A7AC-424D-B0F8-274D8491C6DA}" type="slidenum">
              <a:rPr lang="en-US" smtClean="0"/>
              <a:t>‹#›</a:t>
            </a:fld>
            <a:endParaRPr lang="en-US"/>
          </a:p>
        </p:txBody>
      </p:sp>
    </p:spTree>
    <p:extLst>
      <p:ext uri="{BB962C8B-B14F-4D97-AF65-F5344CB8AC3E}">
        <p14:creationId xmlns:p14="http://schemas.microsoft.com/office/powerpoint/2010/main" val="19556498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BF3AE-BA23-439A-BEBC-EE58C372F43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76F7BEF-2D4D-47DC-8D9E-AF34E19B7A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BE9E5A1-9D15-4586-A771-5B752A69CC44}"/>
              </a:ext>
            </a:extLst>
          </p:cNvPr>
          <p:cNvSpPr>
            <a:spLocks noGrp="1"/>
          </p:cNvSpPr>
          <p:nvPr>
            <p:ph type="dt" sz="half" idx="10"/>
          </p:nvPr>
        </p:nvSpPr>
        <p:spPr/>
        <p:txBody>
          <a:bodyPr/>
          <a:lstStyle/>
          <a:p>
            <a:fld id="{643E6671-CB4B-433F-A30B-AEAEAE894B3A}" type="datetimeFigureOut">
              <a:rPr lang="en-US" smtClean="0"/>
              <a:t>7/8/2021</a:t>
            </a:fld>
            <a:endParaRPr lang="en-US"/>
          </a:p>
        </p:txBody>
      </p:sp>
      <p:sp>
        <p:nvSpPr>
          <p:cNvPr id="5" name="Footer Placeholder 4">
            <a:extLst>
              <a:ext uri="{FF2B5EF4-FFF2-40B4-BE49-F238E27FC236}">
                <a16:creationId xmlns:a16="http://schemas.microsoft.com/office/drawing/2014/main" id="{921A9C0E-7D7F-45B7-A58D-B317831D4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9C0C60-5D80-446B-B177-B8AC628044A3}"/>
              </a:ext>
            </a:extLst>
          </p:cNvPr>
          <p:cNvSpPr>
            <a:spLocks noGrp="1"/>
          </p:cNvSpPr>
          <p:nvPr>
            <p:ph type="sldNum" sz="quarter" idx="12"/>
          </p:nvPr>
        </p:nvSpPr>
        <p:spPr/>
        <p:txBody>
          <a:bodyPr/>
          <a:lstStyle/>
          <a:p>
            <a:fld id="{99257803-A7AC-424D-B0F8-274D8491C6DA}" type="slidenum">
              <a:rPr lang="en-US" smtClean="0"/>
              <a:t>‹#›</a:t>
            </a:fld>
            <a:endParaRPr lang="en-US"/>
          </a:p>
        </p:txBody>
      </p:sp>
    </p:spTree>
    <p:extLst>
      <p:ext uri="{BB962C8B-B14F-4D97-AF65-F5344CB8AC3E}">
        <p14:creationId xmlns:p14="http://schemas.microsoft.com/office/powerpoint/2010/main" val="24998484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0D755-8508-4A46-92CE-28300C3A7C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ECD9E2E-3228-4C45-81F4-E59B0E3956B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10BEF22-3ABC-4E17-9C3A-115D2DBA54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D3FD27-E382-4CE5-B76D-18ED590C1CDF}"/>
              </a:ext>
            </a:extLst>
          </p:cNvPr>
          <p:cNvSpPr>
            <a:spLocks noGrp="1"/>
          </p:cNvSpPr>
          <p:nvPr>
            <p:ph type="dt" sz="half" idx="10"/>
          </p:nvPr>
        </p:nvSpPr>
        <p:spPr/>
        <p:txBody>
          <a:bodyPr/>
          <a:lstStyle/>
          <a:p>
            <a:fld id="{643E6671-CB4B-433F-A30B-AEAEAE894B3A}" type="datetimeFigureOut">
              <a:rPr lang="en-US" smtClean="0"/>
              <a:t>7/8/2021</a:t>
            </a:fld>
            <a:endParaRPr lang="en-US"/>
          </a:p>
        </p:txBody>
      </p:sp>
      <p:sp>
        <p:nvSpPr>
          <p:cNvPr id="6" name="Footer Placeholder 5">
            <a:extLst>
              <a:ext uri="{FF2B5EF4-FFF2-40B4-BE49-F238E27FC236}">
                <a16:creationId xmlns:a16="http://schemas.microsoft.com/office/drawing/2014/main" id="{3174860C-2504-4845-B35E-F339BF2EC2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E84E53-A37E-4938-8344-8CDEBD31F4AD}"/>
              </a:ext>
            </a:extLst>
          </p:cNvPr>
          <p:cNvSpPr>
            <a:spLocks noGrp="1"/>
          </p:cNvSpPr>
          <p:nvPr>
            <p:ph type="sldNum" sz="quarter" idx="12"/>
          </p:nvPr>
        </p:nvSpPr>
        <p:spPr/>
        <p:txBody>
          <a:bodyPr/>
          <a:lstStyle/>
          <a:p>
            <a:fld id="{99257803-A7AC-424D-B0F8-274D8491C6DA}" type="slidenum">
              <a:rPr lang="en-US" smtClean="0"/>
              <a:t>‹#›</a:t>
            </a:fld>
            <a:endParaRPr lang="en-US"/>
          </a:p>
        </p:txBody>
      </p:sp>
    </p:spTree>
    <p:extLst>
      <p:ext uri="{BB962C8B-B14F-4D97-AF65-F5344CB8AC3E}">
        <p14:creationId xmlns:p14="http://schemas.microsoft.com/office/powerpoint/2010/main" val="39002316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CE342-0654-4ADC-AE3A-A78AF15405D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FA3DDE7-523C-464D-A567-C9CBE0CA722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2C8C34-0EF5-4B24-B14C-CF81D8DA14B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440D57F-E050-4D53-8441-8CFF21340B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FB2F9CB-0011-45D8-B5AB-0A1EB1C445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8C21579-23AF-47B1-8011-4D9907A18776}"/>
              </a:ext>
            </a:extLst>
          </p:cNvPr>
          <p:cNvSpPr>
            <a:spLocks noGrp="1"/>
          </p:cNvSpPr>
          <p:nvPr>
            <p:ph type="dt" sz="half" idx="10"/>
          </p:nvPr>
        </p:nvSpPr>
        <p:spPr/>
        <p:txBody>
          <a:bodyPr/>
          <a:lstStyle/>
          <a:p>
            <a:fld id="{643E6671-CB4B-433F-A30B-AEAEAE894B3A}" type="datetimeFigureOut">
              <a:rPr lang="en-US" smtClean="0"/>
              <a:t>7/8/2021</a:t>
            </a:fld>
            <a:endParaRPr lang="en-US"/>
          </a:p>
        </p:txBody>
      </p:sp>
      <p:sp>
        <p:nvSpPr>
          <p:cNvPr id="8" name="Footer Placeholder 7">
            <a:extLst>
              <a:ext uri="{FF2B5EF4-FFF2-40B4-BE49-F238E27FC236}">
                <a16:creationId xmlns:a16="http://schemas.microsoft.com/office/drawing/2014/main" id="{77F7BFF9-2D0E-47D4-AA93-ED6ACBD155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22E2ED4-995F-4AF5-B30C-90402A028B21}"/>
              </a:ext>
            </a:extLst>
          </p:cNvPr>
          <p:cNvSpPr>
            <a:spLocks noGrp="1"/>
          </p:cNvSpPr>
          <p:nvPr>
            <p:ph type="sldNum" sz="quarter" idx="12"/>
          </p:nvPr>
        </p:nvSpPr>
        <p:spPr/>
        <p:txBody>
          <a:bodyPr/>
          <a:lstStyle/>
          <a:p>
            <a:fld id="{99257803-A7AC-424D-B0F8-274D8491C6DA}" type="slidenum">
              <a:rPr lang="en-US" smtClean="0"/>
              <a:t>‹#›</a:t>
            </a:fld>
            <a:endParaRPr lang="en-US"/>
          </a:p>
        </p:txBody>
      </p:sp>
    </p:spTree>
    <p:extLst>
      <p:ext uri="{BB962C8B-B14F-4D97-AF65-F5344CB8AC3E}">
        <p14:creationId xmlns:p14="http://schemas.microsoft.com/office/powerpoint/2010/main" val="604957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DC6D8-2565-4067-9E6F-617CA5C186A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72C4E96-4027-4FA1-883E-F5CE8553AA86}"/>
              </a:ext>
            </a:extLst>
          </p:cNvPr>
          <p:cNvSpPr>
            <a:spLocks noGrp="1"/>
          </p:cNvSpPr>
          <p:nvPr>
            <p:ph type="dt" sz="half" idx="10"/>
          </p:nvPr>
        </p:nvSpPr>
        <p:spPr/>
        <p:txBody>
          <a:bodyPr/>
          <a:lstStyle/>
          <a:p>
            <a:fld id="{643E6671-CB4B-433F-A30B-AEAEAE894B3A}" type="datetimeFigureOut">
              <a:rPr lang="en-US" smtClean="0"/>
              <a:t>7/8/2021</a:t>
            </a:fld>
            <a:endParaRPr lang="en-US"/>
          </a:p>
        </p:txBody>
      </p:sp>
      <p:sp>
        <p:nvSpPr>
          <p:cNvPr id="4" name="Footer Placeholder 3">
            <a:extLst>
              <a:ext uri="{FF2B5EF4-FFF2-40B4-BE49-F238E27FC236}">
                <a16:creationId xmlns:a16="http://schemas.microsoft.com/office/drawing/2014/main" id="{02F65060-8906-41D9-9D54-C5AB6FAB984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77752EC-4E8B-4096-A36C-981F9B93971E}"/>
              </a:ext>
            </a:extLst>
          </p:cNvPr>
          <p:cNvSpPr>
            <a:spLocks noGrp="1"/>
          </p:cNvSpPr>
          <p:nvPr>
            <p:ph type="sldNum" sz="quarter" idx="12"/>
          </p:nvPr>
        </p:nvSpPr>
        <p:spPr/>
        <p:txBody>
          <a:bodyPr/>
          <a:lstStyle/>
          <a:p>
            <a:fld id="{99257803-A7AC-424D-B0F8-274D8491C6DA}" type="slidenum">
              <a:rPr lang="en-US" smtClean="0"/>
              <a:t>‹#›</a:t>
            </a:fld>
            <a:endParaRPr lang="en-US"/>
          </a:p>
        </p:txBody>
      </p:sp>
    </p:spTree>
    <p:extLst>
      <p:ext uri="{BB962C8B-B14F-4D97-AF65-F5344CB8AC3E}">
        <p14:creationId xmlns:p14="http://schemas.microsoft.com/office/powerpoint/2010/main" val="3735875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DF8217-0C49-4AA6-9938-24DD854EAC35}"/>
              </a:ext>
            </a:extLst>
          </p:cNvPr>
          <p:cNvSpPr>
            <a:spLocks noGrp="1"/>
          </p:cNvSpPr>
          <p:nvPr>
            <p:ph type="dt" sz="half" idx="10"/>
          </p:nvPr>
        </p:nvSpPr>
        <p:spPr/>
        <p:txBody>
          <a:bodyPr/>
          <a:lstStyle/>
          <a:p>
            <a:fld id="{643E6671-CB4B-433F-A30B-AEAEAE894B3A}" type="datetimeFigureOut">
              <a:rPr lang="en-US" smtClean="0"/>
              <a:t>7/8/2021</a:t>
            </a:fld>
            <a:endParaRPr lang="en-US"/>
          </a:p>
        </p:txBody>
      </p:sp>
      <p:sp>
        <p:nvSpPr>
          <p:cNvPr id="3" name="Footer Placeholder 2">
            <a:extLst>
              <a:ext uri="{FF2B5EF4-FFF2-40B4-BE49-F238E27FC236}">
                <a16:creationId xmlns:a16="http://schemas.microsoft.com/office/drawing/2014/main" id="{F0F3F34B-84B9-47FF-B1C5-E9D4CB82389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0325ADE-AFF2-44B8-BC01-4004F54996E8}"/>
              </a:ext>
            </a:extLst>
          </p:cNvPr>
          <p:cNvSpPr>
            <a:spLocks noGrp="1"/>
          </p:cNvSpPr>
          <p:nvPr>
            <p:ph type="sldNum" sz="quarter" idx="12"/>
          </p:nvPr>
        </p:nvSpPr>
        <p:spPr/>
        <p:txBody>
          <a:bodyPr/>
          <a:lstStyle/>
          <a:p>
            <a:fld id="{99257803-A7AC-424D-B0F8-274D8491C6DA}" type="slidenum">
              <a:rPr lang="en-US" smtClean="0"/>
              <a:t>‹#›</a:t>
            </a:fld>
            <a:endParaRPr lang="en-US"/>
          </a:p>
        </p:txBody>
      </p:sp>
    </p:spTree>
    <p:extLst>
      <p:ext uri="{BB962C8B-B14F-4D97-AF65-F5344CB8AC3E}">
        <p14:creationId xmlns:p14="http://schemas.microsoft.com/office/powerpoint/2010/main" val="9424948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6DC09-743F-444B-BA99-29E6AD3A08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A73D6ED-0B68-4FE4-9787-146F070787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07076D5-51B3-43D2-9817-1BF017C867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4911FE-524C-4AFE-9BBD-8108A3EA71C1}"/>
              </a:ext>
            </a:extLst>
          </p:cNvPr>
          <p:cNvSpPr>
            <a:spLocks noGrp="1"/>
          </p:cNvSpPr>
          <p:nvPr>
            <p:ph type="dt" sz="half" idx="10"/>
          </p:nvPr>
        </p:nvSpPr>
        <p:spPr/>
        <p:txBody>
          <a:bodyPr/>
          <a:lstStyle/>
          <a:p>
            <a:fld id="{643E6671-CB4B-433F-A30B-AEAEAE894B3A}" type="datetimeFigureOut">
              <a:rPr lang="en-US" smtClean="0"/>
              <a:t>7/8/2021</a:t>
            </a:fld>
            <a:endParaRPr lang="en-US"/>
          </a:p>
        </p:txBody>
      </p:sp>
      <p:sp>
        <p:nvSpPr>
          <p:cNvPr id="6" name="Footer Placeholder 5">
            <a:extLst>
              <a:ext uri="{FF2B5EF4-FFF2-40B4-BE49-F238E27FC236}">
                <a16:creationId xmlns:a16="http://schemas.microsoft.com/office/drawing/2014/main" id="{9B5A5248-F374-496A-A013-4BF6B6C2EF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4A4769-C1AF-4961-9CCC-CFEBE04ED9EF}"/>
              </a:ext>
            </a:extLst>
          </p:cNvPr>
          <p:cNvSpPr>
            <a:spLocks noGrp="1"/>
          </p:cNvSpPr>
          <p:nvPr>
            <p:ph type="sldNum" sz="quarter" idx="12"/>
          </p:nvPr>
        </p:nvSpPr>
        <p:spPr/>
        <p:txBody>
          <a:bodyPr/>
          <a:lstStyle/>
          <a:p>
            <a:fld id="{99257803-A7AC-424D-B0F8-274D8491C6DA}" type="slidenum">
              <a:rPr lang="en-US" smtClean="0"/>
              <a:t>‹#›</a:t>
            </a:fld>
            <a:endParaRPr lang="en-US"/>
          </a:p>
        </p:txBody>
      </p:sp>
    </p:spTree>
    <p:extLst>
      <p:ext uri="{BB962C8B-B14F-4D97-AF65-F5344CB8AC3E}">
        <p14:creationId xmlns:p14="http://schemas.microsoft.com/office/powerpoint/2010/main" val="27257960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90737-E512-4400-8EC8-8E0BAE612F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32451FD-87DC-4D8A-98C3-0D806F846E7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82C78C4-F698-4072-85C6-46AC052AEA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A11E9B-7BF7-478B-B6A1-C0113A06AAB7}"/>
              </a:ext>
            </a:extLst>
          </p:cNvPr>
          <p:cNvSpPr>
            <a:spLocks noGrp="1"/>
          </p:cNvSpPr>
          <p:nvPr>
            <p:ph type="dt" sz="half" idx="10"/>
          </p:nvPr>
        </p:nvSpPr>
        <p:spPr/>
        <p:txBody>
          <a:bodyPr/>
          <a:lstStyle/>
          <a:p>
            <a:fld id="{643E6671-CB4B-433F-A30B-AEAEAE894B3A}" type="datetimeFigureOut">
              <a:rPr lang="en-US" smtClean="0"/>
              <a:t>7/8/2021</a:t>
            </a:fld>
            <a:endParaRPr lang="en-US"/>
          </a:p>
        </p:txBody>
      </p:sp>
      <p:sp>
        <p:nvSpPr>
          <p:cNvPr id="6" name="Footer Placeholder 5">
            <a:extLst>
              <a:ext uri="{FF2B5EF4-FFF2-40B4-BE49-F238E27FC236}">
                <a16:creationId xmlns:a16="http://schemas.microsoft.com/office/drawing/2014/main" id="{F563A48F-EC40-4830-B604-3A3B474644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FF9B97-6665-4D60-B610-E02B6320DB23}"/>
              </a:ext>
            </a:extLst>
          </p:cNvPr>
          <p:cNvSpPr>
            <a:spLocks noGrp="1"/>
          </p:cNvSpPr>
          <p:nvPr>
            <p:ph type="sldNum" sz="quarter" idx="12"/>
          </p:nvPr>
        </p:nvSpPr>
        <p:spPr/>
        <p:txBody>
          <a:bodyPr/>
          <a:lstStyle/>
          <a:p>
            <a:fld id="{99257803-A7AC-424D-B0F8-274D8491C6DA}" type="slidenum">
              <a:rPr lang="en-US" smtClean="0"/>
              <a:t>‹#›</a:t>
            </a:fld>
            <a:endParaRPr lang="en-US"/>
          </a:p>
        </p:txBody>
      </p:sp>
    </p:spTree>
    <p:extLst>
      <p:ext uri="{BB962C8B-B14F-4D97-AF65-F5344CB8AC3E}">
        <p14:creationId xmlns:p14="http://schemas.microsoft.com/office/powerpoint/2010/main" val="13659751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52E4E-AB70-4849-9782-2CF59DCA7A4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7EF7341-BC60-4A4F-A49F-C9CBE9A542B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D45C62-2460-4B35-98E2-635864663733}"/>
              </a:ext>
            </a:extLst>
          </p:cNvPr>
          <p:cNvSpPr>
            <a:spLocks noGrp="1"/>
          </p:cNvSpPr>
          <p:nvPr>
            <p:ph type="dt" sz="half" idx="10"/>
          </p:nvPr>
        </p:nvSpPr>
        <p:spPr/>
        <p:txBody>
          <a:bodyPr/>
          <a:lstStyle/>
          <a:p>
            <a:fld id="{643E6671-CB4B-433F-A30B-AEAEAE894B3A}" type="datetimeFigureOut">
              <a:rPr lang="en-US" smtClean="0"/>
              <a:t>7/8/2021</a:t>
            </a:fld>
            <a:endParaRPr lang="en-US"/>
          </a:p>
        </p:txBody>
      </p:sp>
      <p:sp>
        <p:nvSpPr>
          <p:cNvPr id="5" name="Footer Placeholder 4">
            <a:extLst>
              <a:ext uri="{FF2B5EF4-FFF2-40B4-BE49-F238E27FC236}">
                <a16:creationId xmlns:a16="http://schemas.microsoft.com/office/drawing/2014/main" id="{55D359EE-FEF8-402D-A491-C90B298B46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BAE8D9-676E-48E2-B5FC-E73C668D9672}"/>
              </a:ext>
            </a:extLst>
          </p:cNvPr>
          <p:cNvSpPr>
            <a:spLocks noGrp="1"/>
          </p:cNvSpPr>
          <p:nvPr>
            <p:ph type="sldNum" sz="quarter" idx="12"/>
          </p:nvPr>
        </p:nvSpPr>
        <p:spPr/>
        <p:txBody>
          <a:bodyPr/>
          <a:lstStyle/>
          <a:p>
            <a:fld id="{99257803-A7AC-424D-B0F8-274D8491C6DA}" type="slidenum">
              <a:rPr lang="en-US" smtClean="0"/>
              <a:t>‹#›</a:t>
            </a:fld>
            <a:endParaRPr lang="en-US"/>
          </a:p>
        </p:txBody>
      </p:sp>
    </p:spTree>
    <p:extLst>
      <p:ext uri="{BB962C8B-B14F-4D97-AF65-F5344CB8AC3E}">
        <p14:creationId xmlns:p14="http://schemas.microsoft.com/office/powerpoint/2010/main" val="32198925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DD4B78-B0A0-4E91-9DC9-8A7A92753BE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BD91D8D-2F3B-43BF-A935-4C2710E2140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73DE22-6FC5-433F-B20E-0F0643740498}"/>
              </a:ext>
            </a:extLst>
          </p:cNvPr>
          <p:cNvSpPr>
            <a:spLocks noGrp="1"/>
          </p:cNvSpPr>
          <p:nvPr>
            <p:ph type="dt" sz="half" idx="10"/>
          </p:nvPr>
        </p:nvSpPr>
        <p:spPr/>
        <p:txBody>
          <a:bodyPr/>
          <a:lstStyle/>
          <a:p>
            <a:fld id="{643E6671-CB4B-433F-A30B-AEAEAE894B3A}" type="datetimeFigureOut">
              <a:rPr lang="en-US" smtClean="0"/>
              <a:t>7/8/2021</a:t>
            </a:fld>
            <a:endParaRPr lang="en-US"/>
          </a:p>
        </p:txBody>
      </p:sp>
      <p:sp>
        <p:nvSpPr>
          <p:cNvPr id="5" name="Footer Placeholder 4">
            <a:extLst>
              <a:ext uri="{FF2B5EF4-FFF2-40B4-BE49-F238E27FC236}">
                <a16:creationId xmlns:a16="http://schemas.microsoft.com/office/drawing/2014/main" id="{0D1A7C6F-19BA-4638-A2A8-FDD1806300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0B6EE1-C0C8-43D7-A13B-64555388D057}"/>
              </a:ext>
            </a:extLst>
          </p:cNvPr>
          <p:cNvSpPr>
            <a:spLocks noGrp="1"/>
          </p:cNvSpPr>
          <p:nvPr>
            <p:ph type="sldNum" sz="quarter" idx="12"/>
          </p:nvPr>
        </p:nvSpPr>
        <p:spPr/>
        <p:txBody>
          <a:bodyPr/>
          <a:lstStyle/>
          <a:p>
            <a:fld id="{99257803-A7AC-424D-B0F8-274D8491C6DA}" type="slidenum">
              <a:rPr lang="en-US" smtClean="0"/>
              <a:t>‹#›</a:t>
            </a:fld>
            <a:endParaRPr lang="en-US"/>
          </a:p>
        </p:txBody>
      </p:sp>
    </p:spTree>
    <p:extLst>
      <p:ext uri="{BB962C8B-B14F-4D97-AF65-F5344CB8AC3E}">
        <p14:creationId xmlns:p14="http://schemas.microsoft.com/office/powerpoint/2010/main" val="30691280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220CA3-A758-40A4-B583-5693B0AA89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D0533C9-8D5A-479F-AD19-38868EEC7D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5862A8-DB93-4B2E-B4F2-7111F6D4FC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3E6671-CB4B-433F-A30B-AEAEAE894B3A}" type="datetimeFigureOut">
              <a:rPr lang="en-US" smtClean="0"/>
              <a:t>7/8/2021</a:t>
            </a:fld>
            <a:endParaRPr lang="en-US"/>
          </a:p>
        </p:txBody>
      </p:sp>
      <p:sp>
        <p:nvSpPr>
          <p:cNvPr id="5" name="Footer Placeholder 4">
            <a:extLst>
              <a:ext uri="{FF2B5EF4-FFF2-40B4-BE49-F238E27FC236}">
                <a16:creationId xmlns:a16="http://schemas.microsoft.com/office/drawing/2014/main" id="{12E21C30-3D0C-4B0C-8C15-25E66ADDEE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A5E760B-2D98-4A19-918A-57BBA18A3A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257803-A7AC-424D-B0F8-274D8491C6DA}" type="slidenum">
              <a:rPr lang="en-US" smtClean="0"/>
              <a:t>‹#›</a:t>
            </a:fld>
            <a:endParaRPr lang="en-US"/>
          </a:p>
        </p:txBody>
      </p:sp>
    </p:spTree>
    <p:extLst>
      <p:ext uri="{BB962C8B-B14F-4D97-AF65-F5344CB8AC3E}">
        <p14:creationId xmlns:p14="http://schemas.microsoft.com/office/powerpoint/2010/main" val="15758851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458DE-4AA8-4D17-B3D9-447DD4DB1018}"/>
              </a:ext>
            </a:extLst>
          </p:cNvPr>
          <p:cNvSpPr>
            <a:spLocks noGrp="1"/>
          </p:cNvSpPr>
          <p:nvPr>
            <p:ph type="title"/>
          </p:nvPr>
        </p:nvSpPr>
        <p:spPr/>
        <p:txBody>
          <a:bodyPr/>
          <a:lstStyle/>
          <a:p>
            <a:pPr algn="ctr"/>
            <a:r>
              <a:rPr lang="en-US" dirty="0"/>
              <a:t>What does a visualization library do?</a:t>
            </a:r>
          </a:p>
        </p:txBody>
      </p:sp>
      <p:graphicFrame>
        <p:nvGraphicFramePr>
          <p:cNvPr id="4" name="Content Placeholder 3">
            <a:extLst>
              <a:ext uri="{FF2B5EF4-FFF2-40B4-BE49-F238E27FC236}">
                <a16:creationId xmlns:a16="http://schemas.microsoft.com/office/drawing/2014/main" id="{27281DDF-13F9-4178-B1F8-F23A1B4A5F41}"/>
              </a:ext>
            </a:extLst>
          </p:cNvPr>
          <p:cNvGraphicFramePr>
            <a:graphicFrameLocks noGrp="1"/>
          </p:cNvGraphicFramePr>
          <p:nvPr>
            <p:ph idx="1"/>
            <p:extLst>
              <p:ext uri="{D42A27DB-BD31-4B8C-83A1-F6EECF244321}">
                <p14:modId xmlns:p14="http://schemas.microsoft.com/office/powerpoint/2010/main" val="276453703"/>
              </p:ext>
            </p:extLst>
          </p:nvPr>
        </p:nvGraphicFramePr>
        <p:xfrm>
          <a:off x="838200" y="1690688"/>
          <a:ext cx="10515600" cy="29986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Arrow: Curved Up 2">
            <a:extLst>
              <a:ext uri="{FF2B5EF4-FFF2-40B4-BE49-F238E27FC236}">
                <a16:creationId xmlns:a16="http://schemas.microsoft.com/office/drawing/2014/main" id="{EBBEFB31-C822-43FD-AB3D-AC4D89978DBB}"/>
              </a:ext>
            </a:extLst>
          </p:cNvPr>
          <p:cNvSpPr/>
          <p:nvPr/>
        </p:nvSpPr>
        <p:spPr>
          <a:xfrm flipH="1">
            <a:off x="1236910" y="3592597"/>
            <a:ext cx="9435101" cy="1998228"/>
          </a:xfrm>
          <a:prstGeom prst="curvedUpArrow">
            <a:avLst/>
          </a:prstGeom>
          <a:solidFill>
            <a:srgbClr val="E6D5F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21836054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picture containing background pattern&#10;&#10;Description automatically generated">
            <a:extLst>
              <a:ext uri="{FF2B5EF4-FFF2-40B4-BE49-F238E27FC236}">
                <a16:creationId xmlns:a16="http://schemas.microsoft.com/office/drawing/2014/main" id="{99B547A6-9802-43D3-8686-914BB84AB1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467" y="1793240"/>
            <a:ext cx="10905066" cy="3271518"/>
          </a:xfrm>
          <a:prstGeom prst="rect">
            <a:avLst/>
          </a:prstGeom>
        </p:spPr>
      </p:pic>
    </p:spTree>
    <p:extLst>
      <p:ext uri="{BB962C8B-B14F-4D97-AF65-F5344CB8AC3E}">
        <p14:creationId xmlns:p14="http://schemas.microsoft.com/office/powerpoint/2010/main" val="31924183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 picture containing background pattern&#10;&#10;Description automatically generated">
            <a:extLst>
              <a:ext uri="{FF2B5EF4-FFF2-40B4-BE49-F238E27FC236}">
                <a16:creationId xmlns:a16="http://schemas.microsoft.com/office/drawing/2014/main" id="{2AAEEE3E-494E-4795-BF76-792BD1C0E2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467" y="1793240"/>
            <a:ext cx="10905066" cy="3271518"/>
          </a:xfrm>
          <a:prstGeom prst="rect">
            <a:avLst/>
          </a:prstGeom>
        </p:spPr>
      </p:pic>
    </p:spTree>
    <p:extLst>
      <p:ext uri="{BB962C8B-B14F-4D97-AF65-F5344CB8AC3E}">
        <p14:creationId xmlns:p14="http://schemas.microsoft.com/office/powerpoint/2010/main" val="3570526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picture containing background pattern&#10;&#10;Description automatically generated">
            <a:extLst>
              <a:ext uri="{FF2B5EF4-FFF2-40B4-BE49-F238E27FC236}">
                <a16:creationId xmlns:a16="http://schemas.microsoft.com/office/drawing/2014/main" id="{80C6471F-C766-49BF-9667-F467ABA8FF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467" y="1793240"/>
            <a:ext cx="10905066" cy="3271518"/>
          </a:xfrm>
          <a:prstGeom prst="rect">
            <a:avLst/>
          </a:prstGeom>
        </p:spPr>
      </p:pic>
    </p:spTree>
    <p:extLst>
      <p:ext uri="{BB962C8B-B14F-4D97-AF65-F5344CB8AC3E}">
        <p14:creationId xmlns:p14="http://schemas.microsoft.com/office/powerpoint/2010/main" val="31353849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458DE-4AA8-4D17-B3D9-447DD4DB1018}"/>
              </a:ext>
            </a:extLst>
          </p:cNvPr>
          <p:cNvSpPr>
            <a:spLocks noGrp="1"/>
          </p:cNvSpPr>
          <p:nvPr>
            <p:ph type="title"/>
          </p:nvPr>
        </p:nvSpPr>
        <p:spPr/>
        <p:txBody>
          <a:bodyPr/>
          <a:lstStyle/>
          <a:p>
            <a:pPr algn="ctr"/>
            <a:r>
              <a:rPr lang="en-US" dirty="0"/>
              <a:t>What is a visualization library?</a:t>
            </a:r>
          </a:p>
        </p:txBody>
      </p:sp>
      <p:graphicFrame>
        <p:nvGraphicFramePr>
          <p:cNvPr id="4" name="Content Placeholder 3">
            <a:extLst>
              <a:ext uri="{FF2B5EF4-FFF2-40B4-BE49-F238E27FC236}">
                <a16:creationId xmlns:a16="http://schemas.microsoft.com/office/drawing/2014/main" id="{27281DDF-13F9-4178-B1F8-F23A1B4A5F41}"/>
              </a:ext>
            </a:extLst>
          </p:cNvPr>
          <p:cNvGraphicFramePr>
            <a:graphicFrameLocks noGrp="1"/>
          </p:cNvGraphicFramePr>
          <p:nvPr>
            <p:ph idx="1"/>
            <p:extLst>
              <p:ext uri="{D42A27DB-BD31-4B8C-83A1-F6EECF244321}">
                <p14:modId xmlns:p14="http://schemas.microsoft.com/office/powerpoint/2010/main" val="3725937072"/>
              </p:ext>
            </p:extLst>
          </p:nvPr>
        </p:nvGraphicFramePr>
        <p:xfrm>
          <a:off x="958516" y="884572"/>
          <a:ext cx="10515600" cy="29986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Arrow: Curved Up 2">
            <a:extLst>
              <a:ext uri="{FF2B5EF4-FFF2-40B4-BE49-F238E27FC236}">
                <a16:creationId xmlns:a16="http://schemas.microsoft.com/office/drawing/2014/main" id="{EBBEFB31-C822-43FD-AB3D-AC4D89978DBB}"/>
              </a:ext>
            </a:extLst>
          </p:cNvPr>
          <p:cNvSpPr/>
          <p:nvPr/>
        </p:nvSpPr>
        <p:spPr>
          <a:xfrm flipH="1">
            <a:off x="1323474" y="2873885"/>
            <a:ext cx="9910010" cy="3057622"/>
          </a:xfrm>
          <a:prstGeom prst="curvedUpArrow">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Arrow: Right 12">
            <a:extLst>
              <a:ext uri="{FF2B5EF4-FFF2-40B4-BE49-F238E27FC236}">
                <a16:creationId xmlns:a16="http://schemas.microsoft.com/office/drawing/2014/main" id="{C7909514-D251-4AE5-B8CF-0B3AB34EC0FE}"/>
              </a:ext>
            </a:extLst>
          </p:cNvPr>
          <p:cNvSpPr/>
          <p:nvPr/>
        </p:nvSpPr>
        <p:spPr>
          <a:xfrm>
            <a:off x="3116179" y="2622884"/>
            <a:ext cx="2033337" cy="308897"/>
          </a:xfrm>
          <a:prstGeom prst="rightArrow">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Right 9">
            <a:extLst>
              <a:ext uri="{FF2B5EF4-FFF2-40B4-BE49-F238E27FC236}">
                <a16:creationId xmlns:a16="http://schemas.microsoft.com/office/drawing/2014/main" id="{8F931857-48ED-45E9-9E4A-D99026FD9901}"/>
              </a:ext>
            </a:extLst>
          </p:cNvPr>
          <p:cNvSpPr/>
          <p:nvPr/>
        </p:nvSpPr>
        <p:spPr>
          <a:xfrm>
            <a:off x="3116179" y="2313987"/>
            <a:ext cx="2033337" cy="308897"/>
          </a:xfrm>
          <a:prstGeom prst="rightArrow">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Right 13">
            <a:extLst>
              <a:ext uri="{FF2B5EF4-FFF2-40B4-BE49-F238E27FC236}">
                <a16:creationId xmlns:a16="http://schemas.microsoft.com/office/drawing/2014/main" id="{47FEB999-FAF7-4821-9611-C908D22EC1B9}"/>
              </a:ext>
            </a:extLst>
          </p:cNvPr>
          <p:cNvSpPr/>
          <p:nvPr/>
        </p:nvSpPr>
        <p:spPr>
          <a:xfrm>
            <a:off x="3116179" y="1976129"/>
            <a:ext cx="2033337" cy="308897"/>
          </a:xfrm>
          <a:prstGeom prst="rightArrow">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BFB1905-014E-4F7C-893C-8F751BC8B1B6}"/>
              </a:ext>
            </a:extLst>
          </p:cNvPr>
          <p:cNvSpPr txBox="1"/>
          <p:nvPr/>
        </p:nvSpPr>
        <p:spPr>
          <a:xfrm>
            <a:off x="3116179" y="2153580"/>
            <a:ext cx="1917154" cy="584775"/>
          </a:xfrm>
          <a:prstGeom prst="rect">
            <a:avLst/>
          </a:prstGeom>
          <a:noFill/>
        </p:spPr>
        <p:txBody>
          <a:bodyPr wrap="square" rtlCol="0">
            <a:spAutoFit/>
          </a:bodyPr>
          <a:lstStyle/>
          <a:p>
            <a:r>
              <a:rPr lang="en-US" sz="3200" dirty="0">
                <a:solidFill>
                  <a:schemeClr val="bg1"/>
                </a:solidFill>
                <a:highlight>
                  <a:srgbClr val="800080"/>
                </a:highlight>
              </a:rPr>
              <a:t>Transform</a:t>
            </a:r>
          </a:p>
        </p:txBody>
      </p:sp>
    </p:spTree>
    <p:extLst>
      <p:ext uri="{BB962C8B-B14F-4D97-AF65-F5344CB8AC3E}">
        <p14:creationId xmlns:p14="http://schemas.microsoft.com/office/powerpoint/2010/main" val="30806129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picture containing graphical user interface&#10;&#10;Description automatically generated">
            <a:extLst>
              <a:ext uri="{FF2B5EF4-FFF2-40B4-BE49-F238E27FC236}">
                <a16:creationId xmlns:a16="http://schemas.microsoft.com/office/drawing/2014/main" id="{7DC841C5-3256-4DBF-9742-FAD2671998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467" y="1561508"/>
            <a:ext cx="10905066" cy="3734982"/>
          </a:xfrm>
          <a:prstGeom prst="rect">
            <a:avLst/>
          </a:prstGeom>
        </p:spPr>
      </p:pic>
    </p:spTree>
    <p:extLst>
      <p:ext uri="{BB962C8B-B14F-4D97-AF65-F5344CB8AC3E}">
        <p14:creationId xmlns:p14="http://schemas.microsoft.com/office/powerpoint/2010/main" val="40921589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Chart, line chart&#10;&#10;Description automatically generated">
            <a:extLst>
              <a:ext uri="{FF2B5EF4-FFF2-40B4-BE49-F238E27FC236}">
                <a16:creationId xmlns:a16="http://schemas.microsoft.com/office/drawing/2014/main" id="{F2EDC47C-1E7C-45C6-B65B-33BF43109D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467" y="1561508"/>
            <a:ext cx="10905066" cy="3734982"/>
          </a:xfrm>
          <a:prstGeom prst="rect">
            <a:avLst/>
          </a:prstGeom>
        </p:spPr>
      </p:pic>
    </p:spTree>
    <p:extLst>
      <p:ext uri="{BB962C8B-B14F-4D97-AF65-F5344CB8AC3E}">
        <p14:creationId xmlns:p14="http://schemas.microsoft.com/office/powerpoint/2010/main" val="4214077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Chart, line chart&#10;&#10;Description automatically generated">
            <a:extLst>
              <a:ext uri="{FF2B5EF4-FFF2-40B4-BE49-F238E27FC236}">
                <a16:creationId xmlns:a16="http://schemas.microsoft.com/office/drawing/2014/main" id="{8665C139-FDDC-42A5-8605-0B8010ED9E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467" y="1561508"/>
            <a:ext cx="10905066" cy="3734982"/>
          </a:xfrm>
          <a:prstGeom prst="rect">
            <a:avLst/>
          </a:prstGeom>
        </p:spPr>
      </p:pic>
    </p:spTree>
    <p:extLst>
      <p:ext uri="{BB962C8B-B14F-4D97-AF65-F5344CB8AC3E}">
        <p14:creationId xmlns:p14="http://schemas.microsoft.com/office/powerpoint/2010/main" val="34938507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Line chart&#10;&#10;Description automatically generated with medium confidence">
            <a:extLst>
              <a:ext uri="{FF2B5EF4-FFF2-40B4-BE49-F238E27FC236}">
                <a16:creationId xmlns:a16="http://schemas.microsoft.com/office/drawing/2014/main" id="{59C229D3-7BDC-42F6-BED7-BE49C9741C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467" y="1561508"/>
            <a:ext cx="10905066" cy="3734982"/>
          </a:xfrm>
          <a:prstGeom prst="rect">
            <a:avLst/>
          </a:prstGeom>
        </p:spPr>
      </p:pic>
    </p:spTree>
    <p:extLst>
      <p:ext uri="{BB962C8B-B14F-4D97-AF65-F5344CB8AC3E}">
        <p14:creationId xmlns:p14="http://schemas.microsoft.com/office/powerpoint/2010/main" val="41205756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Shape&#10;&#10;Description automatically generated with medium confidence">
            <a:extLst>
              <a:ext uri="{FF2B5EF4-FFF2-40B4-BE49-F238E27FC236}">
                <a16:creationId xmlns:a16="http://schemas.microsoft.com/office/drawing/2014/main" id="{34DA06CB-40CF-4CFC-8A81-9CA1AFA839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467" y="1561508"/>
            <a:ext cx="10905066" cy="3734982"/>
          </a:xfrm>
          <a:prstGeom prst="rect">
            <a:avLst/>
          </a:prstGeom>
        </p:spPr>
      </p:pic>
    </p:spTree>
    <p:extLst>
      <p:ext uri="{BB962C8B-B14F-4D97-AF65-F5344CB8AC3E}">
        <p14:creationId xmlns:p14="http://schemas.microsoft.com/office/powerpoint/2010/main" val="14442049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458DE-4AA8-4D17-B3D9-447DD4DB1018}"/>
              </a:ext>
            </a:extLst>
          </p:cNvPr>
          <p:cNvSpPr>
            <a:spLocks noGrp="1"/>
          </p:cNvSpPr>
          <p:nvPr>
            <p:ph type="title"/>
          </p:nvPr>
        </p:nvSpPr>
        <p:spPr/>
        <p:txBody>
          <a:bodyPr/>
          <a:lstStyle/>
          <a:p>
            <a:pPr algn="ctr"/>
            <a:r>
              <a:rPr lang="en-US" dirty="0"/>
              <a:t>What are the rules for these arrows?</a:t>
            </a:r>
          </a:p>
        </p:txBody>
      </p:sp>
      <p:graphicFrame>
        <p:nvGraphicFramePr>
          <p:cNvPr id="4" name="Content Placeholder 3">
            <a:extLst>
              <a:ext uri="{FF2B5EF4-FFF2-40B4-BE49-F238E27FC236}">
                <a16:creationId xmlns:a16="http://schemas.microsoft.com/office/drawing/2014/main" id="{27281DDF-13F9-4178-B1F8-F23A1B4A5F41}"/>
              </a:ext>
            </a:extLst>
          </p:cNvPr>
          <p:cNvGraphicFramePr>
            <a:graphicFrameLocks noGrp="1"/>
          </p:cNvGraphicFramePr>
          <p:nvPr>
            <p:ph idx="1"/>
            <p:extLst>
              <p:ext uri="{D42A27DB-BD31-4B8C-83A1-F6EECF244321}">
                <p14:modId xmlns:p14="http://schemas.microsoft.com/office/powerpoint/2010/main" val="3241057211"/>
              </p:ext>
            </p:extLst>
          </p:nvPr>
        </p:nvGraphicFramePr>
        <p:xfrm>
          <a:off x="958516" y="884572"/>
          <a:ext cx="10515600" cy="29986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Arrow: Curved Up 2">
            <a:extLst>
              <a:ext uri="{FF2B5EF4-FFF2-40B4-BE49-F238E27FC236}">
                <a16:creationId xmlns:a16="http://schemas.microsoft.com/office/drawing/2014/main" id="{EBBEFB31-C822-43FD-AB3D-AC4D89978DBB}"/>
              </a:ext>
            </a:extLst>
          </p:cNvPr>
          <p:cNvSpPr/>
          <p:nvPr/>
        </p:nvSpPr>
        <p:spPr>
          <a:xfrm flipH="1">
            <a:off x="1323474" y="2873885"/>
            <a:ext cx="9910010" cy="3057622"/>
          </a:xfrm>
          <a:prstGeom prst="curvedUpArrow">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Arrow: Right 12">
            <a:extLst>
              <a:ext uri="{FF2B5EF4-FFF2-40B4-BE49-F238E27FC236}">
                <a16:creationId xmlns:a16="http://schemas.microsoft.com/office/drawing/2014/main" id="{C7909514-D251-4AE5-B8CF-0B3AB34EC0FE}"/>
              </a:ext>
            </a:extLst>
          </p:cNvPr>
          <p:cNvSpPr/>
          <p:nvPr/>
        </p:nvSpPr>
        <p:spPr>
          <a:xfrm>
            <a:off x="3116179" y="2622884"/>
            <a:ext cx="2033337" cy="308897"/>
          </a:xfrm>
          <a:prstGeom prst="rightArrow">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Right 9">
            <a:extLst>
              <a:ext uri="{FF2B5EF4-FFF2-40B4-BE49-F238E27FC236}">
                <a16:creationId xmlns:a16="http://schemas.microsoft.com/office/drawing/2014/main" id="{8F931857-48ED-45E9-9E4A-D99026FD9901}"/>
              </a:ext>
            </a:extLst>
          </p:cNvPr>
          <p:cNvSpPr/>
          <p:nvPr/>
        </p:nvSpPr>
        <p:spPr>
          <a:xfrm>
            <a:off x="3116179" y="2313987"/>
            <a:ext cx="2033337" cy="308897"/>
          </a:xfrm>
          <a:prstGeom prst="rightArrow">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Right 13">
            <a:extLst>
              <a:ext uri="{FF2B5EF4-FFF2-40B4-BE49-F238E27FC236}">
                <a16:creationId xmlns:a16="http://schemas.microsoft.com/office/drawing/2014/main" id="{47FEB999-FAF7-4821-9611-C908D22EC1B9}"/>
              </a:ext>
            </a:extLst>
          </p:cNvPr>
          <p:cNvSpPr/>
          <p:nvPr/>
        </p:nvSpPr>
        <p:spPr>
          <a:xfrm>
            <a:off x="3116179" y="1976129"/>
            <a:ext cx="2033337" cy="308897"/>
          </a:xfrm>
          <a:prstGeom prst="rightArrow">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BFB1905-014E-4F7C-893C-8F751BC8B1B6}"/>
              </a:ext>
            </a:extLst>
          </p:cNvPr>
          <p:cNvSpPr txBox="1"/>
          <p:nvPr/>
        </p:nvSpPr>
        <p:spPr>
          <a:xfrm>
            <a:off x="3116179" y="2153580"/>
            <a:ext cx="1917154" cy="584775"/>
          </a:xfrm>
          <a:prstGeom prst="rect">
            <a:avLst/>
          </a:prstGeom>
          <a:noFill/>
        </p:spPr>
        <p:txBody>
          <a:bodyPr wrap="square" rtlCol="0">
            <a:spAutoFit/>
          </a:bodyPr>
          <a:lstStyle/>
          <a:p>
            <a:r>
              <a:rPr lang="en-US" sz="3200" dirty="0">
                <a:solidFill>
                  <a:schemeClr val="bg1"/>
                </a:solidFill>
                <a:highlight>
                  <a:srgbClr val="800080"/>
                </a:highlight>
              </a:rPr>
              <a:t>Transform</a:t>
            </a:r>
          </a:p>
        </p:txBody>
      </p:sp>
    </p:spTree>
    <p:extLst>
      <p:ext uri="{BB962C8B-B14F-4D97-AF65-F5344CB8AC3E}">
        <p14:creationId xmlns:p14="http://schemas.microsoft.com/office/powerpoint/2010/main" val="11908973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458DE-4AA8-4D17-B3D9-447DD4DB1018}"/>
              </a:ext>
            </a:extLst>
          </p:cNvPr>
          <p:cNvSpPr>
            <a:spLocks noGrp="1"/>
          </p:cNvSpPr>
          <p:nvPr>
            <p:ph type="title"/>
          </p:nvPr>
        </p:nvSpPr>
        <p:spPr/>
        <p:txBody>
          <a:bodyPr/>
          <a:lstStyle/>
          <a:p>
            <a:pPr algn="ctr"/>
            <a:r>
              <a:rPr lang="en-US" dirty="0"/>
              <a:t>Topology</a:t>
            </a:r>
          </a:p>
        </p:txBody>
      </p:sp>
      <p:graphicFrame>
        <p:nvGraphicFramePr>
          <p:cNvPr id="4" name="Content Placeholder 3">
            <a:extLst>
              <a:ext uri="{FF2B5EF4-FFF2-40B4-BE49-F238E27FC236}">
                <a16:creationId xmlns:a16="http://schemas.microsoft.com/office/drawing/2014/main" id="{27281DDF-13F9-4178-B1F8-F23A1B4A5F41}"/>
              </a:ext>
            </a:extLst>
          </p:cNvPr>
          <p:cNvGraphicFramePr>
            <a:graphicFrameLocks noGrp="1"/>
          </p:cNvGraphicFramePr>
          <p:nvPr>
            <p:ph idx="1"/>
            <p:extLst>
              <p:ext uri="{D42A27DB-BD31-4B8C-83A1-F6EECF244321}">
                <p14:modId xmlns:p14="http://schemas.microsoft.com/office/powerpoint/2010/main" val="431090757"/>
              </p:ext>
            </p:extLst>
          </p:nvPr>
        </p:nvGraphicFramePr>
        <p:xfrm>
          <a:off x="958516" y="884572"/>
          <a:ext cx="10515600" cy="29986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Arrow: Curved Up 2">
            <a:extLst>
              <a:ext uri="{FF2B5EF4-FFF2-40B4-BE49-F238E27FC236}">
                <a16:creationId xmlns:a16="http://schemas.microsoft.com/office/drawing/2014/main" id="{EBBEFB31-C822-43FD-AB3D-AC4D89978DBB}"/>
              </a:ext>
            </a:extLst>
          </p:cNvPr>
          <p:cNvSpPr/>
          <p:nvPr/>
        </p:nvSpPr>
        <p:spPr>
          <a:xfrm flipH="1">
            <a:off x="1323474" y="2873885"/>
            <a:ext cx="9910010" cy="3057622"/>
          </a:xfrm>
          <a:prstGeom prst="curvedUpArrow">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nvGrpSpPr>
          <p:cNvPr id="6" name="Group 5">
            <a:extLst>
              <a:ext uri="{FF2B5EF4-FFF2-40B4-BE49-F238E27FC236}">
                <a16:creationId xmlns:a16="http://schemas.microsoft.com/office/drawing/2014/main" id="{B1FE0F1C-4D00-4096-9D4C-165EEAD0D24E}"/>
              </a:ext>
            </a:extLst>
          </p:cNvPr>
          <p:cNvGrpSpPr/>
          <p:nvPr/>
        </p:nvGrpSpPr>
        <p:grpSpPr>
          <a:xfrm>
            <a:off x="2887579" y="1928094"/>
            <a:ext cx="2033337" cy="955652"/>
            <a:chOff x="2887579" y="1928094"/>
            <a:chExt cx="2033337" cy="955652"/>
          </a:xfrm>
        </p:grpSpPr>
        <p:sp>
          <p:nvSpPr>
            <p:cNvPr id="13" name="Arrow: Right 12">
              <a:extLst>
                <a:ext uri="{FF2B5EF4-FFF2-40B4-BE49-F238E27FC236}">
                  <a16:creationId xmlns:a16="http://schemas.microsoft.com/office/drawing/2014/main" id="{C7909514-D251-4AE5-B8CF-0B3AB34EC0FE}"/>
                </a:ext>
              </a:extLst>
            </p:cNvPr>
            <p:cNvSpPr/>
            <p:nvPr/>
          </p:nvSpPr>
          <p:spPr>
            <a:xfrm>
              <a:off x="2887579" y="2574849"/>
              <a:ext cx="2033337" cy="308897"/>
            </a:xfrm>
            <a:prstGeom prst="rightArrow">
              <a:avLst/>
            </a:prstGeom>
            <a:solidFill>
              <a:srgbClr val="E6D5F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Right 9">
              <a:extLst>
                <a:ext uri="{FF2B5EF4-FFF2-40B4-BE49-F238E27FC236}">
                  <a16:creationId xmlns:a16="http://schemas.microsoft.com/office/drawing/2014/main" id="{8F931857-48ED-45E9-9E4A-D99026FD9901}"/>
                </a:ext>
              </a:extLst>
            </p:cNvPr>
            <p:cNvSpPr/>
            <p:nvPr/>
          </p:nvSpPr>
          <p:spPr>
            <a:xfrm>
              <a:off x="2887579" y="2265952"/>
              <a:ext cx="2033337" cy="308897"/>
            </a:xfrm>
            <a:prstGeom prst="rightArrow">
              <a:avLst/>
            </a:prstGeom>
            <a:solidFill>
              <a:srgbClr val="E6D5F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Right 13">
              <a:extLst>
                <a:ext uri="{FF2B5EF4-FFF2-40B4-BE49-F238E27FC236}">
                  <a16:creationId xmlns:a16="http://schemas.microsoft.com/office/drawing/2014/main" id="{47FEB999-FAF7-4821-9611-C908D22EC1B9}"/>
                </a:ext>
              </a:extLst>
            </p:cNvPr>
            <p:cNvSpPr/>
            <p:nvPr/>
          </p:nvSpPr>
          <p:spPr>
            <a:xfrm>
              <a:off x="2887579" y="1928094"/>
              <a:ext cx="2033337" cy="308897"/>
            </a:xfrm>
            <a:prstGeom prst="rightArrow">
              <a:avLst/>
            </a:prstGeom>
            <a:solidFill>
              <a:srgbClr val="E6D5F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2223847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9">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337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1">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Graphical user interface, application&#10;&#10;Description automatically generated">
            <a:extLst>
              <a:ext uri="{FF2B5EF4-FFF2-40B4-BE49-F238E27FC236}">
                <a16:creationId xmlns:a16="http://schemas.microsoft.com/office/drawing/2014/main" id="{C769BD68-2BC2-45EB-B2C2-A4F39E021E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467" y="1261617"/>
            <a:ext cx="10905066" cy="4334764"/>
          </a:xfrm>
          <a:prstGeom prst="rect">
            <a:avLst/>
          </a:prstGeom>
        </p:spPr>
      </p:pic>
    </p:spTree>
    <p:extLst>
      <p:ext uri="{BB962C8B-B14F-4D97-AF65-F5344CB8AC3E}">
        <p14:creationId xmlns:p14="http://schemas.microsoft.com/office/powerpoint/2010/main" val="9067215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236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Diagram&#10;&#10;Description automatically generated">
            <a:extLst>
              <a:ext uri="{FF2B5EF4-FFF2-40B4-BE49-F238E27FC236}">
                <a16:creationId xmlns:a16="http://schemas.microsoft.com/office/drawing/2014/main" id="{2F322FE2-A7AE-4C39-B61B-7B7AA8BC58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467" y="1261618"/>
            <a:ext cx="10905066" cy="4334764"/>
          </a:xfrm>
          <a:prstGeom prst="rect">
            <a:avLst/>
          </a:prstGeom>
        </p:spPr>
      </p:pic>
    </p:spTree>
    <p:extLst>
      <p:ext uri="{BB962C8B-B14F-4D97-AF65-F5344CB8AC3E}">
        <p14:creationId xmlns:p14="http://schemas.microsoft.com/office/powerpoint/2010/main" val="18973646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236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Diagram&#10;&#10;Description automatically generated">
            <a:extLst>
              <a:ext uri="{FF2B5EF4-FFF2-40B4-BE49-F238E27FC236}">
                <a16:creationId xmlns:a16="http://schemas.microsoft.com/office/drawing/2014/main" id="{B814098E-17D2-43E7-BA4E-928FE6C490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467" y="1261618"/>
            <a:ext cx="10905066" cy="4334764"/>
          </a:xfrm>
          <a:prstGeom prst="rect">
            <a:avLst/>
          </a:prstGeom>
        </p:spPr>
      </p:pic>
    </p:spTree>
    <p:extLst>
      <p:ext uri="{BB962C8B-B14F-4D97-AF65-F5344CB8AC3E}">
        <p14:creationId xmlns:p14="http://schemas.microsoft.com/office/powerpoint/2010/main" val="21494474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picture containing chart&#10;&#10;Description automatically generated">
            <a:extLst>
              <a:ext uri="{FF2B5EF4-FFF2-40B4-BE49-F238E27FC236}">
                <a16:creationId xmlns:a16="http://schemas.microsoft.com/office/drawing/2014/main" id="{EE45D47F-445A-4393-ADB0-09DF79BC2B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467" y="1793240"/>
            <a:ext cx="10905066" cy="3271518"/>
          </a:xfrm>
          <a:prstGeom prst="rect">
            <a:avLst/>
          </a:prstGeom>
        </p:spPr>
      </p:pic>
    </p:spTree>
    <p:extLst>
      <p:ext uri="{BB962C8B-B14F-4D97-AF65-F5344CB8AC3E}">
        <p14:creationId xmlns:p14="http://schemas.microsoft.com/office/powerpoint/2010/main" val="22673386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Chart, line chart&#10;&#10;Description automatically generated">
            <a:extLst>
              <a:ext uri="{FF2B5EF4-FFF2-40B4-BE49-F238E27FC236}">
                <a16:creationId xmlns:a16="http://schemas.microsoft.com/office/drawing/2014/main" id="{C30EB420-BEED-48A4-8974-9A024287D7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467" y="1793240"/>
            <a:ext cx="10905066" cy="3271518"/>
          </a:xfrm>
          <a:prstGeom prst="rect">
            <a:avLst/>
          </a:prstGeom>
        </p:spPr>
      </p:pic>
    </p:spTree>
    <p:extLst>
      <p:ext uri="{BB962C8B-B14F-4D97-AF65-F5344CB8AC3E}">
        <p14:creationId xmlns:p14="http://schemas.microsoft.com/office/powerpoint/2010/main" val="25396834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picture containing graphical user interface&#10;&#10;Description automatically generated">
            <a:extLst>
              <a:ext uri="{FF2B5EF4-FFF2-40B4-BE49-F238E27FC236}">
                <a16:creationId xmlns:a16="http://schemas.microsoft.com/office/drawing/2014/main" id="{F791C695-03F1-4E6C-B66B-0C6C22ED0D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467" y="1875028"/>
            <a:ext cx="10905066" cy="3107942"/>
          </a:xfrm>
          <a:prstGeom prst="rect">
            <a:avLst/>
          </a:prstGeom>
        </p:spPr>
      </p:pic>
    </p:spTree>
    <p:extLst>
      <p:ext uri="{BB962C8B-B14F-4D97-AF65-F5344CB8AC3E}">
        <p14:creationId xmlns:p14="http://schemas.microsoft.com/office/powerpoint/2010/main" val="24675335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Chart, line chart&#10;&#10;Description automatically generated">
            <a:extLst>
              <a:ext uri="{FF2B5EF4-FFF2-40B4-BE49-F238E27FC236}">
                <a16:creationId xmlns:a16="http://schemas.microsoft.com/office/drawing/2014/main" id="{F2F12049-6A3F-4CFE-9F23-301FCAFD38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467" y="1875028"/>
            <a:ext cx="10905066" cy="3107942"/>
          </a:xfrm>
          <a:prstGeom prst="rect">
            <a:avLst/>
          </a:prstGeom>
        </p:spPr>
      </p:pic>
    </p:spTree>
    <p:extLst>
      <p:ext uri="{BB962C8B-B14F-4D97-AF65-F5344CB8AC3E}">
        <p14:creationId xmlns:p14="http://schemas.microsoft.com/office/powerpoint/2010/main" val="12059842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Chart, line chart&#10;&#10;Description automatically generated">
            <a:extLst>
              <a:ext uri="{FF2B5EF4-FFF2-40B4-BE49-F238E27FC236}">
                <a16:creationId xmlns:a16="http://schemas.microsoft.com/office/drawing/2014/main" id="{5F8E4CF0-833D-4306-8BED-BE5E214208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467" y="1875028"/>
            <a:ext cx="10905066" cy="3107942"/>
          </a:xfrm>
          <a:prstGeom prst="rect">
            <a:avLst/>
          </a:prstGeom>
        </p:spPr>
      </p:pic>
    </p:spTree>
    <p:extLst>
      <p:ext uri="{BB962C8B-B14F-4D97-AF65-F5344CB8AC3E}">
        <p14:creationId xmlns:p14="http://schemas.microsoft.com/office/powerpoint/2010/main" val="22090855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458DE-4AA8-4D17-B3D9-447DD4DB1018}"/>
              </a:ext>
            </a:extLst>
          </p:cNvPr>
          <p:cNvSpPr>
            <a:spLocks noGrp="1"/>
          </p:cNvSpPr>
          <p:nvPr>
            <p:ph type="title"/>
          </p:nvPr>
        </p:nvSpPr>
        <p:spPr/>
        <p:txBody>
          <a:bodyPr/>
          <a:lstStyle/>
          <a:p>
            <a:pPr algn="ctr"/>
            <a:r>
              <a:rPr lang="en-US" dirty="0"/>
              <a:t>Equivariance</a:t>
            </a:r>
          </a:p>
        </p:txBody>
      </p:sp>
      <p:graphicFrame>
        <p:nvGraphicFramePr>
          <p:cNvPr id="4" name="Content Placeholder 3">
            <a:extLst>
              <a:ext uri="{FF2B5EF4-FFF2-40B4-BE49-F238E27FC236}">
                <a16:creationId xmlns:a16="http://schemas.microsoft.com/office/drawing/2014/main" id="{27281DDF-13F9-4178-B1F8-F23A1B4A5F41}"/>
              </a:ext>
            </a:extLst>
          </p:cNvPr>
          <p:cNvGraphicFramePr>
            <a:graphicFrameLocks noGrp="1"/>
          </p:cNvGraphicFramePr>
          <p:nvPr>
            <p:ph idx="1"/>
            <p:extLst>
              <p:ext uri="{D42A27DB-BD31-4B8C-83A1-F6EECF244321}">
                <p14:modId xmlns:p14="http://schemas.microsoft.com/office/powerpoint/2010/main" val="399229260"/>
              </p:ext>
            </p:extLst>
          </p:nvPr>
        </p:nvGraphicFramePr>
        <p:xfrm>
          <a:off x="958516" y="884572"/>
          <a:ext cx="10515600" cy="29986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Arrow: Curved Up 2">
            <a:extLst>
              <a:ext uri="{FF2B5EF4-FFF2-40B4-BE49-F238E27FC236}">
                <a16:creationId xmlns:a16="http://schemas.microsoft.com/office/drawing/2014/main" id="{EBBEFB31-C822-43FD-AB3D-AC4D89978DBB}"/>
              </a:ext>
            </a:extLst>
          </p:cNvPr>
          <p:cNvSpPr/>
          <p:nvPr/>
        </p:nvSpPr>
        <p:spPr>
          <a:xfrm flipH="1">
            <a:off x="1323474" y="2873885"/>
            <a:ext cx="9910010" cy="3057622"/>
          </a:xfrm>
          <a:prstGeom prst="curvedUpArrow">
            <a:avLst/>
          </a:prstGeom>
          <a:solidFill>
            <a:srgbClr val="E6D5F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Arrow: Right 12">
            <a:extLst>
              <a:ext uri="{FF2B5EF4-FFF2-40B4-BE49-F238E27FC236}">
                <a16:creationId xmlns:a16="http://schemas.microsoft.com/office/drawing/2014/main" id="{C7909514-D251-4AE5-B8CF-0B3AB34EC0FE}"/>
              </a:ext>
            </a:extLst>
          </p:cNvPr>
          <p:cNvSpPr/>
          <p:nvPr/>
        </p:nvSpPr>
        <p:spPr>
          <a:xfrm>
            <a:off x="2743200" y="2574849"/>
            <a:ext cx="2033337" cy="308897"/>
          </a:xfrm>
          <a:prstGeom prst="rightArrow">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Right 9">
            <a:extLst>
              <a:ext uri="{FF2B5EF4-FFF2-40B4-BE49-F238E27FC236}">
                <a16:creationId xmlns:a16="http://schemas.microsoft.com/office/drawing/2014/main" id="{8F931857-48ED-45E9-9E4A-D99026FD9901}"/>
              </a:ext>
            </a:extLst>
          </p:cNvPr>
          <p:cNvSpPr/>
          <p:nvPr/>
        </p:nvSpPr>
        <p:spPr>
          <a:xfrm>
            <a:off x="2743200" y="2265952"/>
            <a:ext cx="2033337" cy="308897"/>
          </a:xfrm>
          <a:prstGeom prst="rightArrow">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Right 13">
            <a:extLst>
              <a:ext uri="{FF2B5EF4-FFF2-40B4-BE49-F238E27FC236}">
                <a16:creationId xmlns:a16="http://schemas.microsoft.com/office/drawing/2014/main" id="{47FEB999-FAF7-4821-9611-C908D22EC1B9}"/>
              </a:ext>
            </a:extLst>
          </p:cNvPr>
          <p:cNvSpPr/>
          <p:nvPr/>
        </p:nvSpPr>
        <p:spPr>
          <a:xfrm>
            <a:off x="2743200" y="1928094"/>
            <a:ext cx="2033337" cy="308897"/>
          </a:xfrm>
          <a:prstGeom prst="rightArrow">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BFB1905-014E-4F7C-893C-8F751BC8B1B6}"/>
              </a:ext>
            </a:extLst>
          </p:cNvPr>
          <p:cNvSpPr txBox="1"/>
          <p:nvPr/>
        </p:nvSpPr>
        <p:spPr>
          <a:xfrm>
            <a:off x="2743200" y="2105545"/>
            <a:ext cx="1917154" cy="584775"/>
          </a:xfrm>
          <a:prstGeom prst="rect">
            <a:avLst/>
          </a:prstGeom>
          <a:noFill/>
        </p:spPr>
        <p:txBody>
          <a:bodyPr wrap="square" rtlCol="0">
            <a:spAutoFit/>
          </a:bodyPr>
          <a:lstStyle/>
          <a:p>
            <a:r>
              <a:rPr lang="en-US" sz="3200" dirty="0">
                <a:solidFill>
                  <a:schemeClr val="bg1"/>
                </a:solidFill>
                <a:highlight>
                  <a:srgbClr val="800080"/>
                </a:highlight>
              </a:rPr>
              <a:t>Transform</a:t>
            </a:r>
          </a:p>
        </p:txBody>
      </p:sp>
    </p:spTree>
    <p:extLst>
      <p:ext uri="{BB962C8B-B14F-4D97-AF65-F5344CB8AC3E}">
        <p14:creationId xmlns:p14="http://schemas.microsoft.com/office/powerpoint/2010/main" val="18697322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67BE795-2B31-435C-B4FD-CC19E0D667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8342" y="2215131"/>
            <a:ext cx="8115316" cy="2427737"/>
          </a:xfrm>
          <a:prstGeom prst="rect">
            <a:avLst/>
          </a:prstGeom>
        </p:spPr>
      </p:pic>
    </p:spTree>
    <p:extLst>
      <p:ext uri="{BB962C8B-B14F-4D97-AF65-F5344CB8AC3E}">
        <p14:creationId xmlns:p14="http://schemas.microsoft.com/office/powerpoint/2010/main" val="25027025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90B3A74-D41B-4B0C-A857-DD0D6CD1D3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1976" y="1163569"/>
            <a:ext cx="9368047" cy="4530861"/>
          </a:xfrm>
          <a:prstGeom prst="rect">
            <a:avLst/>
          </a:prstGeom>
        </p:spPr>
      </p:pic>
    </p:spTree>
    <p:extLst>
      <p:ext uri="{BB962C8B-B14F-4D97-AF65-F5344CB8AC3E}">
        <p14:creationId xmlns:p14="http://schemas.microsoft.com/office/powerpoint/2010/main" val="22403969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C1B0420-6514-4EFD-B701-61143B04A9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1976" y="1072129"/>
            <a:ext cx="9368047" cy="4713741"/>
          </a:xfrm>
          <a:prstGeom prst="rect">
            <a:avLst/>
          </a:prstGeom>
        </p:spPr>
      </p:pic>
    </p:spTree>
    <p:extLst>
      <p:ext uri="{BB962C8B-B14F-4D97-AF65-F5344CB8AC3E}">
        <p14:creationId xmlns:p14="http://schemas.microsoft.com/office/powerpoint/2010/main" val="26537632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A493EA-9C17-4ACF-AFCE-1479F7CD36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1976" y="1072129"/>
            <a:ext cx="9368047" cy="4713741"/>
          </a:xfrm>
          <a:prstGeom prst="rect">
            <a:avLst/>
          </a:prstGeom>
        </p:spPr>
      </p:pic>
    </p:spTree>
    <p:extLst>
      <p:ext uri="{BB962C8B-B14F-4D97-AF65-F5344CB8AC3E}">
        <p14:creationId xmlns:p14="http://schemas.microsoft.com/office/powerpoint/2010/main" val="32109602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458DE-4AA8-4D17-B3D9-447DD4DB1018}"/>
              </a:ext>
            </a:extLst>
          </p:cNvPr>
          <p:cNvSpPr>
            <a:spLocks noGrp="1"/>
          </p:cNvSpPr>
          <p:nvPr>
            <p:ph type="title"/>
          </p:nvPr>
        </p:nvSpPr>
        <p:spPr/>
        <p:txBody>
          <a:bodyPr/>
          <a:lstStyle/>
          <a:p>
            <a:pPr algn="ctr"/>
            <a:r>
              <a:rPr lang="en-US" dirty="0"/>
              <a:t>How are topology preserving equivariant maps implemented?</a:t>
            </a:r>
          </a:p>
        </p:txBody>
      </p:sp>
      <p:graphicFrame>
        <p:nvGraphicFramePr>
          <p:cNvPr id="4" name="Content Placeholder 3">
            <a:extLst>
              <a:ext uri="{FF2B5EF4-FFF2-40B4-BE49-F238E27FC236}">
                <a16:creationId xmlns:a16="http://schemas.microsoft.com/office/drawing/2014/main" id="{27281DDF-13F9-4178-B1F8-F23A1B4A5F41}"/>
              </a:ext>
            </a:extLst>
          </p:cNvPr>
          <p:cNvGraphicFramePr>
            <a:graphicFrameLocks noGrp="1"/>
          </p:cNvGraphicFramePr>
          <p:nvPr>
            <p:ph idx="1"/>
          </p:nvPr>
        </p:nvGraphicFramePr>
        <p:xfrm>
          <a:off x="958516" y="884572"/>
          <a:ext cx="10515600" cy="29986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Arrow: Curved Up 2">
            <a:extLst>
              <a:ext uri="{FF2B5EF4-FFF2-40B4-BE49-F238E27FC236}">
                <a16:creationId xmlns:a16="http://schemas.microsoft.com/office/drawing/2014/main" id="{EBBEFB31-C822-43FD-AB3D-AC4D89978DBB}"/>
              </a:ext>
            </a:extLst>
          </p:cNvPr>
          <p:cNvSpPr/>
          <p:nvPr/>
        </p:nvSpPr>
        <p:spPr>
          <a:xfrm flipH="1">
            <a:off x="1323474" y="2873885"/>
            <a:ext cx="9910010" cy="3057622"/>
          </a:xfrm>
          <a:prstGeom prst="curvedUpArrow">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Arrow: Right 12">
            <a:extLst>
              <a:ext uri="{FF2B5EF4-FFF2-40B4-BE49-F238E27FC236}">
                <a16:creationId xmlns:a16="http://schemas.microsoft.com/office/drawing/2014/main" id="{C7909514-D251-4AE5-B8CF-0B3AB34EC0FE}"/>
              </a:ext>
            </a:extLst>
          </p:cNvPr>
          <p:cNvSpPr/>
          <p:nvPr/>
        </p:nvSpPr>
        <p:spPr>
          <a:xfrm>
            <a:off x="3116179" y="2622884"/>
            <a:ext cx="2033337" cy="308897"/>
          </a:xfrm>
          <a:prstGeom prst="rightArrow">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Right 9">
            <a:extLst>
              <a:ext uri="{FF2B5EF4-FFF2-40B4-BE49-F238E27FC236}">
                <a16:creationId xmlns:a16="http://schemas.microsoft.com/office/drawing/2014/main" id="{8F931857-48ED-45E9-9E4A-D99026FD9901}"/>
              </a:ext>
            </a:extLst>
          </p:cNvPr>
          <p:cNvSpPr/>
          <p:nvPr/>
        </p:nvSpPr>
        <p:spPr>
          <a:xfrm>
            <a:off x="3116179" y="2313987"/>
            <a:ext cx="2033337" cy="308897"/>
          </a:xfrm>
          <a:prstGeom prst="rightArrow">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Right 13">
            <a:extLst>
              <a:ext uri="{FF2B5EF4-FFF2-40B4-BE49-F238E27FC236}">
                <a16:creationId xmlns:a16="http://schemas.microsoft.com/office/drawing/2014/main" id="{47FEB999-FAF7-4821-9611-C908D22EC1B9}"/>
              </a:ext>
            </a:extLst>
          </p:cNvPr>
          <p:cNvSpPr/>
          <p:nvPr/>
        </p:nvSpPr>
        <p:spPr>
          <a:xfrm>
            <a:off x="3116179" y="1976129"/>
            <a:ext cx="2033337" cy="308897"/>
          </a:xfrm>
          <a:prstGeom prst="rightArrow">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BFB1905-014E-4F7C-893C-8F751BC8B1B6}"/>
              </a:ext>
            </a:extLst>
          </p:cNvPr>
          <p:cNvSpPr txBox="1"/>
          <p:nvPr/>
        </p:nvSpPr>
        <p:spPr>
          <a:xfrm>
            <a:off x="3116179" y="2153580"/>
            <a:ext cx="1917154" cy="584775"/>
          </a:xfrm>
          <a:prstGeom prst="rect">
            <a:avLst/>
          </a:prstGeom>
          <a:noFill/>
        </p:spPr>
        <p:txBody>
          <a:bodyPr wrap="square" rtlCol="0">
            <a:spAutoFit/>
          </a:bodyPr>
          <a:lstStyle/>
          <a:p>
            <a:r>
              <a:rPr lang="en-US" sz="3200" dirty="0">
                <a:solidFill>
                  <a:schemeClr val="bg1"/>
                </a:solidFill>
                <a:highlight>
                  <a:srgbClr val="800080"/>
                </a:highlight>
              </a:rPr>
              <a:t>Transform</a:t>
            </a:r>
          </a:p>
        </p:txBody>
      </p:sp>
    </p:spTree>
    <p:extLst>
      <p:ext uri="{BB962C8B-B14F-4D97-AF65-F5344CB8AC3E}">
        <p14:creationId xmlns:p14="http://schemas.microsoft.com/office/powerpoint/2010/main" val="38368196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F86563FA-D445-4F87-A175-030D4C27A87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038342" y="2787425"/>
            <a:ext cx="8115316" cy="2427737"/>
          </a:xfrm>
        </p:spPr>
      </p:pic>
    </p:spTree>
    <p:extLst>
      <p:ext uri="{BB962C8B-B14F-4D97-AF65-F5344CB8AC3E}">
        <p14:creationId xmlns:p14="http://schemas.microsoft.com/office/powerpoint/2010/main" val="29536196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BC8D4D8F-85BA-46E7-BC5C-AF80CAABB45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058916" y="2046760"/>
            <a:ext cx="8074168" cy="3909068"/>
          </a:xfrm>
        </p:spPr>
      </p:pic>
    </p:spTree>
    <p:extLst>
      <p:ext uri="{BB962C8B-B14F-4D97-AF65-F5344CB8AC3E}">
        <p14:creationId xmlns:p14="http://schemas.microsoft.com/office/powerpoint/2010/main" val="4984602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E9B3BA73-8A13-4AC7-A20C-8B348CF4DFA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058916" y="2046760"/>
            <a:ext cx="8074168" cy="3909068"/>
          </a:xfrm>
        </p:spPr>
      </p:pic>
    </p:spTree>
    <p:extLst>
      <p:ext uri="{BB962C8B-B14F-4D97-AF65-F5344CB8AC3E}">
        <p14:creationId xmlns:p14="http://schemas.microsoft.com/office/powerpoint/2010/main" val="42588754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1EA22C17-5BAE-40FE-85E8-C7C1B63851C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058916" y="2046760"/>
            <a:ext cx="8074168" cy="3909068"/>
          </a:xfrm>
        </p:spPr>
      </p:pic>
    </p:spTree>
    <p:extLst>
      <p:ext uri="{BB962C8B-B14F-4D97-AF65-F5344CB8AC3E}">
        <p14:creationId xmlns:p14="http://schemas.microsoft.com/office/powerpoint/2010/main" val="12065083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A01A57A-85D8-4A6C-9B7D-C1BB2974AFC1}"/>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926BA8FB-AEBF-4DD4-8BB3-7F8C338CF77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058916" y="2046760"/>
            <a:ext cx="8074168" cy="3909068"/>
          </a:xfrm>
        </p:spPr>
      </p:pic>
    </p:spTree>
    <p:extLst>
      <p:ext uri="{BB962C8B-B14F-4D97-AF65-F5344CB8AC3E}">
        <p14:creationId xmlns:p14="http://schemas.microsoft.com/office/powerpoint/2010/main" val="41491428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7366561-22D6-4DC8-9383-39823A4CA905}"/>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id="{82405817-D0C5-4987-A167-CA708572DC5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58916" y="2046760"/>
            <a:ext cx="8074168" cy="3909068"/>
          </a:xfrm>
        </p:spPr>
      </p:pic>
    </p:spTree>
    <p:extLst>
      <p:ext uri="{BB962C8B-B14F-4D97-AF65-F5344CB8AC3E}">
        <p14:creationId xmlns:p14="http://schemas.microsoft.com/office/powerpoint/2010/main" val="1335940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3880275F13B52448688DCF8BD734783" ma:contentTypeVersion="11" ma:contentTypeDescription="Create a new document." ma:contentTypeScope="" ma:versionID="e254f04ac6fa030c485424532c594443">
  <xsd:schema xmlns:xsd="http://www.w3.org/2001/XMLSchema" xmlns:xs="http://www.w3.org/2001/XMLSchema" xmlns:p="http://schemas.microsoft.com/office/2006/metadata/properties" xmlns:ns3="a146de6a-5177-4a2e-976f-f12e330cf378" xmlns:ns4="e897f0a5-a1a6-4565-940d-5f035e21d854" targetNamespace="http://schemas.microsoft.com/office/2006/metadata/properties" ma:root="true" ma:fieldsID="0b48551b16ca35635c8e75dcf5b1475f" ns3:_="" ns4:_="">
    <xsd:import namespace="a146de6a-5177-4a2e-976f-f12e330cf378"/>
    <xsd:import namespace="e897f0a5-a1a6-4565-940d-5f035e21d854"/>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KeyPoints" minOccurs="0"/>
                <xsd:element ref="ns4:MediaServiceKeyPoints" minOccurs="0"/>
                <xsd:element ref="ns4:MediaServiceAutoTags" minOccurs="0"/>
                <xsd:element ref="ns4:MediaServiceGenerationTime" minOccurs="0"/>
                <xsd:element ref="ns4:MediaServiceEventHashCode" minOccurs="0"/>
                <xsd:element ref="ns4: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46de6a-5177-4a2e-976f-f12e330cf378"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897f0a5-a1a6-4565-940d-5f035e21d854"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1DD2B9D-E72D-4FBD-BE3B-A46C9C046CB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146de6a-5177-4a2e-976f-f12e330cf378"/>
    <ds:schemaRef ds:uri="e897f0a5-a1a6-4565-940d-5f035e21d85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CE1072D-2121-45C3-B9C1-1F6332EA7BCD}">
  <ds:schemaRefs>
    <ds:schemaRef ds:uri="http://schemas.microsoft.com/sharepoint/v3/contenttype/forms"/>
  </ds:schemaRefs>
</ds:datastoreItem>
</file>

<file path=customXml/itemProps3.xml><?xml version="1.0" encoding="utf-8"?>
<ds:datastoreItem xmlns:ds="http://schemas.openxmlformats.org/officeDocument/2006/customXml" ds:itemID="{F76D876A-133A-4ADC-A6AC-83F86922D172}">
  <ds:schemaRefs>
    <ds:schemaRef ds:uri="http://schemas.microsoft.com/office/2006/documentManagement/types"/>
    <ds:schemaRef ds:uri="http://schemas.microsoft.com/office/2006/metadata/properties"/>
    <ds:schemaRef ds:uri="http://www.w3.org/XML/1998/namespace"/>
    <ds:schemaRef ds:uri="a146de6a-5177-4a2e-976f-f12e330cf378"/>
    <ds:schemaRef ds:uri="http://purl.org/dc/dcmitype/"/>
    <ds:schemaRef ds:uri="http://purl.org/dc/terms/"/>
    <ds:schemaRef ds:uri="http://purl.org/dc/elements/1.1/"/>
    <ds:schemaRef ds:uri="http://schemas.microsoft.com/office/infopath/2007/PartnerControls"/>
    <ds:schemaRef ds:uri="http://schemas.openxmlformats.org/package/2006/metadata/core-properties"/>
    <ds:schemaRef ds:uri="e897f0a5-a1a6-4565-940d-5f035e21d854"/>
  </ds:schemaRefs>
</ds:datastoreItem>
</file>

<file path=docProps/app.xml><?xml version="1.0" encoding="utf-8"?>
<Properties xmlns="http://schemas.openxmlformats.org/officeDocument/2006/extended-properties" xmlns:vt="http://schemas.openxmlformats.org/officeDocument/2006/docPropsVTypes">
  <TotalTime>1133</TotalTime>
  <Words>253</Words>
  <Application>Microsoft Office PowerPoint</Application>
  <PresentationFormat>Widescreen</PresentationFormat>
  <Paragraphs>33</Paragraphs>
  <Slides>32</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Calibri Light</vt:lpstr>
      <vt:lpstr>Office Theme</vt:lpstr>
      <vt:lpstr>What does a visualization library do?</vt:lpstr>
      <vt:lpstr>PowerPoint Presentation</vt:lpstr>
      <vt:lpstr>PowerPoint Presentation</vt:lpstr>
      <vt:lpstr>PowerPoint Presentation</vt:lpstr>
      <vt:lpstr>What is a visualization library?</vt:lpstr>
      <vt:lpstr>PowerPoint Presentation</vt:lpstr>
      <vt:lpstr>PowerPoint Presentation</vt:lpstr>
      <vt:lpstr>PowerPoint Presentation</vt:lpstr>
      <vt:lpstr>PowerPoint Presentation</vt:lpstr>
      <vt:lpstr>PowerPoint Presentation</vt:lpstr>
      <vt:lpstr>What are the rules for these arrows?</vt:lpstr>
      <vt:lpstr>Topology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Equivariance</vt:lpstr>
      <vt:lpstr>PowerPoint Presentation</vt:lpstr>
      <vt:lpstr>PowerPoint Presentation</vt:lpstr>
      <vt:lpstr>PowerPoint Presentation</vt:lpstr>
      <vt:lpstr>PowerPoint Presentation</vt:lpstr>
      <vt:lpstr>How are topology preserving equivariant maps implemented?</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Hannah Aizenman</dc:creator>
  <cp:lastModifiedBy>Hannah Aizenman</cp:lastModifiedBy>
  <cp:revision>33</cp:revision>
  <dcterms:created xsi:type="dcterms:W3CDTF">2021-05-24T19:45:37Z</dcterms:created>
  <dcterms:modified xsi:type="dcterms:W3CDTF">2021-07-08T09:52:06Z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0x01010043880275F13B52448688DCF8BD734783</vt:lpwstr>
  </property>
</Properties>
</file>